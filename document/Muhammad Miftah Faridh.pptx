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8" r:id="rId3"/>
    <p:sldId id="257" r:id="rId4"/>
    <p:sldId id="259" r:id="rId5"/>
    <p:sldId id="260" r:id="rId6"/>
    <p:sldId id="265" r:id="rId7"/>
    <p:sldId id="274" r:id="rId8"/>
    <p:sldId id="275" r:id="rId9"/>
    <p:sldId id="276" r:id="rId10"/>
    <p:sldId id="277" r:id="rId11"/>
    <p:sldId id="278" r:id="rId12"/>
    <p:sldId id="272" r:id="rId13"/>
    <p:sldId id="262" r:id="rId14"/>
    <p:sldId id="263" r:id="rId15"/>
    <p:sldId id="273"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EC4ADE-CE41-43F2-9EF7-C339785EAFE9}" type="doc">
      <dgm:prSet loTypeId="urn:microsoft.com/office/officeart/2005/8/layout/vProcess5" loCatId="process" qsTypeId="urn:microsoft.com/office/officeart/2005/8/quickstyle/simple1" qsCatId="simple" csTypeId="urn:microsoft.com/office/officeart/2005/8/colors/accent1_2" csCatId="accent1"/>
      <dgm:spPr/>
      <dgm:t>
        <a:bodyPr/>
        <a:lstStyle/>
        <a:p>
          <a:endParaRPr lang="en-US"/>
        </a:p>
      </dgm:t>
    </dgm:pt>
    <dgm:pt modelId="{33767BFD-059B-4737-AADC-D2D29705699C}">
      <dgm:prSet/>
      <dgm:spPr/>
      <dgm:t>
        <a:bodyPr/>
        <a:lstStyle/>
        <a:p>
          <a:r>
            <a:rPr lang="en-US"/>
            <a:t>Reliance on fossil fuels may lead to an energy crisis due to pollution and greenhouse gas emissions, making them unreliable as future energy sources. </a:t>
          </a:r>
        </a:p>
      </dgm:t>
    </dgm:pt>
    <dgm:pt modelId="{2DD34BFB-CADC-493C-90E2-909C7952FCD6}" type="parTrans" cxnId="{5588A983-92EF-4F4C-A1B4-235BB28D8A25}">
      <dgm:prSet/>
      <dgm:spPr/>
      <dgm:t>
        <a:bodyPr/>
        <a:lstStyle/>
        <a:p>
          <a:endParaRPr lang="en-US"/>
        </a:p>
      </dgm:t>
    </dgm:pt>
    <dgm:pt modelId="{E5639056-F79F-4CC2-8ED0-572A50F7AD59}" type="sibTrans" cxnId="{5588A983-92EF-4F4C-A1B4-235BB28D8A25}">
      <dgm:prSet/>
      <dgm:spPr/>
      <dgm:t>
        <a:bodyPr/>
        <a:lstStyle/>
        <a:p>
          <a:endParaRPr lang="en-US"/>
        </a:p>
      </dgm:t>
    </dgm:pt>
    <dgm:pt modelId="{2980DDA6-35EE-4362-AEB4-0809AFD5A153}">
      <dgm:prSet/>
      <dgm:spPr/>
      <dgm:t>
        <a:bodyPr/>
        <a:lstStyle/>
        <a:p>
          <a:r>
            <a:rPr lang="en-US"/>
            <a:t>To address the challenge of predicting solar irradiance for solar energy potential, models such as multi-regression and Artificial Neural Networks (ANN) have been developed</a:t>
          </a:r>
        </a:p>
      </dgm:t>
    </dgm:pt>
    <dgm:pt modelId="{7C623E80-E2D6-4FEA-BA1A-9BBA7A1DB3A4}" type="parTrans" cxnId="{734689F1-0E99-4D26-8763-63601DCB3CD9}">
      <dgm:prSet/>
      <dgm:spPr/>
      <dgm:t>
        <a:bodyPr/>
        <a:lstStyle/>
        <a:p>
          <a:endParaRPr lang="en-US"/>
        </a:p>
      </dgm:t>
    </dgm:pt>
    <dgm:pt modelId="{74916F90-4E47-4137-8A6D-2A2824454C51}" type="sibTrans" cxnId="{734689F1-0E99-4D26-8763-63601DCB3CD9}">
      <dgm:prSet/>
      <dgm:spPr/>
      <dgm:t>
        <a:bodyPr/>
        <a:lstStyle/>
        <a:p>
          <a:endParaRPr lang="en-US"/>
        </a:p>
      </dgm:t>
    </dgm:pt>
    <dgm:pt modelId="{F2CAF9F0-997B-45D4-9C79-0FA014B8427F}">
      <dgm:prSet/>
      <dgm:spPr/>
      <dgm:t>
        <a:bodyPr/>
        <a:lstStyle/>
        <a:p>
          <a:r>
            <a:rPr lang="en-US"/>
            <a:t>This research aims to use advanced ANN models, including LSTM, Bi-LSTM, RNN, and ConvLSTM, to forecast solar power generation using plant data and weather information. </a:t>
          </a:r>
        </a:p>
      </dgm:t>
    </dgm:pt>
    <dgm:pt modelId="{4DDFF539-563C-4253-8A91-D75C3ACF066E}" type="parTrans" cxnId="{9470A565-4D69-4A32-BA94-8192523B733C}">
      <dgm:prSet/>
      <dgm:spPr/>
      <dgm:t>
        <a:bodyPr/>
        <a:lstStyle/>
        <a:p>
          <a:endParaRPr lang="en-US"/>
        </a:p>
      </dgm:t>
    </dgm:pt>
    <dgm:pt modelId="{AFAF4069-53E5-45E3-A5FE-B9DBD582B1EA}" type="sibTrans" cxnId="{9470A565-4D69-4A32-BA94-8192523B733C}">
      <dgm:prSet/>
      <dgm:spPr/>
      <dgm:t>
        <a:bodyPr/>
        <a:lstStyle/>
        <a:p>
          <a:endParaRPr lang="en-US"/>
        </a:p>
      </dgm:t>
    </dgm:pt>
    <dgm:pt modelId="{23F65248-F33D-4EF9-9E5D-2554B510A089}">
      <dgm:prSet/>
      <dgm:spPr/>
      <dgm:t>
        <a:bodyPr/>
        <a:lstStyle/>
        <a:p>
          <a:r>
            <a:rPr lang="en-US" dirty="0"/>
            <a:t>A REST API will be created for output predictions, reducing deviations in solar power production and maintaining reliability with accurate forecasting from advanced ANN mode.</a:t>
          </a:r>
        </a:p>
      </dgm:t>
    </dgm:pt>
    <dgm:pt modelId="{FCD364E5-ED1D-404D-BB33-8EF6156019A5}" type="parTrans" cxnId="{F7A062D7-C45A-48BB-B467-76069F483348}">
      <dgm:prSet/>
      <dgm:spPr/>
      <dgm:t>
        <a:bodyPr/>
        <a:lstStyle/>
        <a:p>
          <a:endParaRPr lang="en-US"/>
        </a:p>
      </dgm:t>
    </dgm:pt>
    <dgm:pt modelId="{FB3A4A15-BCF2-44BB-9171-8BA38CE608B0}" type="sibTrans" cxnId="{F7A062D7-C45A-48BB-B467-76069F483348}">
      <dgm:prSet/>
      <dgm:spPr/>
      <dgm:t>
        <a:bodyPr/>
        <a:lstStyle/>
        <a:p>
          <a:endParaRPr lang="en-US"/>
        </a:p>
      </dgm:t>
    </dgm:pt>
    <dgm:pt modelId="{48F4E8B0-9E30-402A-9668-E7793CE49A71}" type="pres">
      <dgm:prSet presAssocID="{CDEC4ADE-CE41-43F2-9EF7-C339785EAFE9}" presName="outerComposite" presStyleCnt="0">
        <dgm:presLayoutVars>
          <dgm:chMax val="5"/>
          <dgm:dir/>
          <dgm:resizeHandles val="exact"/>
        </dgm:presLayoutVars>
      </dgm:prSet>
      <dgm:spPr/>
    </dgm:pt>
    <dgm:pt modelId="{0DC66DF1-E37D-4301-B4B6-E876D3AB5C71}" type="pres">
      <dgm:prSet presAssocID="{CDEC4ADE-CE41-43F2-9EF7-C339785EAFE9}" presName="dummyMaxCanvas" presStyleCnt="0">
        <dgm:presLayoutVars/>
      </dgm:prSet>
      <dgm:spPr/>
    </dgm:pt>
    <dgm:pt modelId="{1A52FC0E-E007-40E7-8267-6188F8F925B8}" type="pres">
      <dgm:prSet presAssocID="{CDEC4ADE-CE41-43F2-9EF7-C339785EAFE9}" presName="FourNodes_1" presStyleLbl="node1" presStyleIdx="0" presStyleCnt="4">
        <dgm:presLayoutVars>
          <dgm:bulletEnabled val="1"/>
        </dgm:presLayoutVars>
      </dgm:prSet>
      <dgm:spPr/>
    </dgm:pt>
    <dgm:pt modelId="{76A7F1EF-A229-4543-8BB2-004A22C042E9}" type="pres">
      <dgm:prSet presAssocID="{CDEC4ADE-CE41-43F2-9EF7-C339785EAFE9}" presName="FourNodes_2" presStyleLbl="node1" presStyleIdx="1" presStyleCnt="4">
        <dgm:presLayoutVars>
          <dgm:bulletEnabled val="1"/>
        </dgm:presLayoutVars>
      </dgm:prSet>
      <dgm:spPr/>
    </dgm:pt>
    <dgm:pt modelId="{75C60ED4-6375-4E47-98A0-03EC777D07B1}" type="pres">
      <dgm:prSet presAssocID="{CDEC4ADE-CE41-43F2-9EF7-C339785EAFE9}" presName="FourNodes_3" presStyleLbl="node1" presStyleIdx="2" presStyleCnt="4">
        <dgm:presLayoutVars>
          <dgm:bulletEnabled val="1"/>
        </dgm:presLayoutVars>
      </dgm:prSet>
      <dgm:spPr/>
    </dgm:pt>
    <dgm:pt modelId="{DB1D6F21-3568-4306-A524-9BD486A025E7}" type="pres">
      <dgm:prSet presAssocID="{CDEC4ADE-CE41-43F2-9EF7-C339785EAFE9}" presName="FourNodes_4" presStyleLbl="node1" presStyleIdx="3" presStyleCnt="4">
        <dgm:presLayoutVars>
          <dgm:bulletEnabled val="1"/>
        </dgm:presLayoutVars>
      </dgm:prSet>
      <dgm:spPr/>
    </dgm:pt>
    <dgm:pt modelId="{31FB057D-A3A3-4CB5-8FC3-15082CFE93D4}" type="pres">
      <dgm:prSet presAssocID="{CDEC4ADE-CE41-43F2-9EF7-C339785EAFE9}" presName="FourConn_1-2" presStyleLbl="fgAccFollowNode1" presStyleIdx="0" presStyleCnt="3">
        <dgm:presLayoutVars>
          <dgm:bulletEnabled val="1"/>
        </dgm:presLayoutVars>
      </dgm:prSet>
      <dgm:spPr/>
    </dgm:pt>
    <dgm:pt modelId="{3D198B3B-75AC-4B3D-AC5F-F4E3D1A96993}" type="pres">
      <dgm:prSet presAssocID="{CDEC4ADE-CE41-43F2-9EF7-C339785EAFE9}" presName="FourConn_2-3" presStyleLbl="fgAccFollowNode1" presStyleIdx="1" presStyleCnt="3">
        <dgm:presLayoutVars>
          <dgm:bulletEnabled val="1"/>
        </dgm:presLayoutVars>
      </dgm:prSet>
      <dgm:spPr/>
    </dgm:pt>
    <dgm:pt modelId="{DF2C90DF-EECE-4155-9EC5-73C9A1B65950}" type="pres">
      <dgm:prSet presAssocID="{CDEC4ADE-CE41-43F2-9EF7-C339785EAFE9}" presName="FourConn_3-4" presStyleLbl="fgAccFollowNode1" presStyleIdx="2" presStyleCnt="3">
        <dgm:presLayoutVars>
          <dgm:bulletEnabled val="1"/>
        </dgm:presLayoutVars>
      </dgm:prSet>
      <dgm:spPr/>
    </dgm:pt>
    <dgm:pt modelId="{716F3C33-A995-4383-B374-D1A3F44EF158}" type="pres">
      <dgm:prSet presAssocID="{CDEC4ADE-CE41-43F2-9EF7-C339785EAFE9}" presName="FourNodes_1_text" presStyleLbl="node1" presStyleIdx="3" presStyleCnt="4">
        <dgm:presLayoutVars>
          <dgm:bulletEnabled val="1"/>
        </dgm:presLayoutVars>
      </dgm:prSet>
      <dgm:spPr/>
    </dgm:pt>
    <dgm:pt modelId="{E287D971-6B99-4661-A167-615584022EF3}" type="pres">
      <dgm:prSet presAssocID="{CDEC4ADE-CE41-43F2-9EF7-C339785EAFE9}" presName="FourNodes_2_text" presStyleLbl="node1" presStyleIdx="3" presStyleCnt="4">
        <dgm:presLayoutVars>
          <dgm:bulletEnabled val="1"/>
        </dgm:presLayoutVars>
      </dgm:prSet>
      <dgm:spPr/>
    </dgm:pt>
    <dgm:pt modelId="{CA78598D-9FC8-45DE-9EEE-0A65DDFB6512}" type="pres">
      <dgm:prSet presAssocID="{CDEC4ADE-CE41-43F2-9EF7-C339785EAFE9}" presName="FourNodes_3_text" presStyleLbl="node1" presStyleIdx="3" presStyleCnt="4">
        <dgm:presLayoutVars>
          <dgm:bulletEnabled val="1"/>
        </dgm:presLayoutVars>
      </dgm:prSet>
      <dgm:spPr/>
    </dgm:pt>
    <dgm:pt modelId="{A490C2A3-8F2E-44B4-8F4C-E0E0D5C7A929}" type="pres">
      <dgm:prSet presAssocID="{CDEC4ADE-CE41-43F2-9EF7-C339785EAFE9}" presName="FourNodes_4_text" presStyleLbl="node1" presStyleIdx="3" presStyleCnt="4">
        <dgm:presLayoutVars>
          <dgm:bulletEnabled val="1"/>
        </dgm:presLayoutVars>
      </dgm:prSet>
      <dgm:spPr/>
    </dgm:pt>
  </dgm:ptLst>
  <dgm:cxnLst>
    <dgm:cxn modelId="{88039D01-2334-43F1-A6F1-0EE79A739633}" type="presOf" srcId="{F2CAF9F0-997B-45D4-9C79-0FA014B8427F}" destId="{CA78598D-9FC8-45DE-9EEE-0A65DDFB6512}" srcOrd="1" destOrd="0" presId="urn:microsoft.com/office/officeart/2005/8/layout/vProcess5"/>
    <dgm:cxn modelId="{A992BE02-6878-4CC2-9F06-2399A83EF3BF}" type="presOf" srcId="{33767BFD-059B-4737-AADC-D2D29705699C}" destId="{716F3C33-A995-4383-B374-D1A3F44EF158}" srcOrd="1" destOrd="0" presId="urn:microsoft.com/office/officeart/2005/8/layout/vProcess5"/>
    <dgm:cxn modelId="{0508930D-D652-45F9-863A-CD1B4A3BEDC8}" type="presOf" srcId="{CDEC4ADE-CE41-43F2-9EF7-C339785EAFE9}" destId="{48F4E8B0-9E30-402A-9668-E7793CE49A71}" srcOrd="0" destOrd="0" presId="urn:microsoft.com/office/officeart/2005/8/layout/vProcess5"/>
    <dgm:cxn modelId="{D48D6614-6919-4408-B076-192D01FF8C07}" type="presOf" srcId="{2980DDA6-35EE-4362-AEB4-0809AFD5A153}" destId="{76A7F1EF-A229-4543-8BB2-004A22C042E9}" srcOrd="0" destOrd="0" presId="urn:microsoft.com/office/officeart/2005/8/layout/vProcess5"/>
    <dgm:cxn modelId="{47D4072F-D0F5-4D95-867B-830493D9167F}" type="presOf" srcId="{2980DDA6-35EE-4362-AEB4-0809AFD5A153}" destId="{E287D971-6B99-4661-A167-615584022EF3}" srcOrd="1" destOrd="0" presId="urn:microsoft.com/office/officeart/2005/8/layout/vProcess5"/>
    <dgm:cxn modelId="{9910093F-E7DD-451F-801C-0D9A9E7B0A82}" type="presOf" srcId="{AFAF4069-53E5-45E3-A5FE-B9DBD582B1EA}" destId="{DF2C90DF-EECE-4155-9EC5-73C9A1B65950}" srcOrd="0" destOrd="0" presId="urn:microsoft.com/office/officeart/2005/8/layout/vProcess5"/>
    <dgm:cxn modelId="{9470A565-4D69-4A32-BA94-8192523B733C}" srcId="{CDEC4ADE-CE41-43F2-9EF7-C339785EAFE9}" destId="{F2CAF9F0-997B-45D4-9C79-0FA014B8427F}" srcOrd="2" destOrd="0" parTransId="{4DDFF539-563C-4253-8A91-D75C3ACF066E}" sibTransId="{AFAF4069-53E5-45E3-A5FE-B9DBD582B1EA}"/>
    <dgm:cxn modelId="{9D888752-055B-49CB-ACA6-5693907319EF}" type="presOf" srcId="{F2CAF9F0-997B-45D4-9C79-0FA014B8427F}" destId="{75C60ED4-6375-4E47-98A0-03EC777D07B1}" srcOrd="0" destOrd="0" presId="urn:microsoft.com/office/officeart/2005/8/layout/vProcess5"/>
    <dgm:cxn modelId="{5588A983-92EF-4F4C-A1B4-235BB28D8A25}" srcId="{CDEC4ADE-CE41-43F2-9EF7-C339785EAFE9}" destId="{33767BFD-059B-4737-AADC-D2D29705699C}" srcOrd="0" destOrd="0" parTransId="{2DD34BFB-CADC-493C-90E2-909C7952FCD6}" sibTransId="{E5639056-F79F-4CC2-8ED0-572A50F7AD59}"/>
    <dgm:cxn modelId="{2AD72E9F-22F9-4B6E-AEAE-6BFCBDC7EDC8}" type="presOf" srcId="{23F65248-F33D-4EF9-9E5D-2554B510A089}" destId="{DB1D6F21-3568-4306-A524-9BD486A025E7}" srcOrd="0" destOrd="0" presId="urn:microsoft.com/office/officeart/2005/8/layout/vProcess5"/>
    <dgm:cxn modelId="{0BFE9BBB-4898-40E2-A6A0-3A628E75AD7D}" type="presOf" srcId="{74916F90-4E47-4137-8A6D-2A2824454C51}" destId="{3D198B3B-75AC-4B3D-AC5F-F4E3D1A96993}" srcOrd="0" destOrd="0" presId="urn:microsoft.com/office/officeart/2005/8/layout/vProcess5"/>
    <dgm:cxn modelId="{FB3738C0-71CC-4928-BA99-1006B643CD74}" type="presOf" srcId="{23F65248-F33D-4EF9-9E5D-2554B510A089}" destId="{A490C2A3-8F2E-44B4-8F4C-E0E0D5C7A929}" srcOrd="1" destOrd="0" presId="urn:microsoft.com/office/officeart/2005/8/layout/vProcess5"/>
    <dgm:cxn modelId="{72851FCE-0DF3-4BD7-8784-00DFB6BF0896}" type="presOf" srcId="{33767BFD-059B-4737-AADC-D2D29705699C}" destId="{1A52FC0E-E007-40E7-8267-6188F8F925B8}" srcOrd="0" destOrd="0" presId="urn:microsoft.com/office/officeart/2005/8/layout/vProcess5"/>
    <dgm:cxn modelId="{F7A062D7-C45A-48BB-B467-76069F483348}" srcId="{CDEC4ADE-CE41-43F2-9EF7-C339785EAFE9}" destId="{23F65248-F33D-4EF9-9E5D-2554B510A089}" srcOrd="3" destOrd="0" parTransId="{FCD364E5-ED1D-404D-BB33-8EF6156019A5}" sibTransId="{FB3A4A15-BCF2-44BB-9171-8BA38CE608B0}"/>
    <dgm:cxn modelId="{734689F1-0E99-4D26-8763-63601DCB3CD9}" srcId="{CDEC4ADE-CE41-43F2-9EF7-C339785EAFE9}" destId="{2980DDA6-35EE-4362-AEB4-0809AFD5A153}" srcOrd="1" destOrd="0" parTransId="{7C623E80-E2D6-4FEA-BA1A-9BBA7A1DB3A4}" sibTransId="{74916F90-4E47-4137-8A6D-2A2824454C51}"/>
    <dgm:cxn modelId="{2777A9F3-0E3E-428C-BD0F-BECCB82183CB}" type="presOf" srcId="{E5639056-F79F-4CC2-8ED0-572A50F7AD59}" destId="{31FB057D-A3A3-4CB5-8FC3-15082CFE93D4}" srcOrd="0" destOrd="0" presId="urn:microsoft.com/office/officeart/2005/8/layout/vProcess5"/>
    <dgm:cxn modelId="{DB720E36-B10C-4563-BB10-8E1626D43900}" type="presParOf" srcId="{48F4E8B0-9E30-402A-9668-E7793CE49A71}" destId="{0DC66DF1-E37D-4301-B4B6-E876D3AB5C71}" srcOrd="0" destOrd="0" presId="urn:microsoft.com/office/officeart/2005/8/layout/vProcess5"/>
    <dgm:cxn modelId="{3CEEB651-AA9D-4324-8B6F-45ED22B144ED}" type="presParOf" srcId="{48F4E8B0-9E30-402A-9668-E7793CE49A71}" destId="{1A52FC0E-E007-40E7-8267-6188F8F925B8}" srcOrd="1" destOrd="0" presId="urn:microsoft.com/office/officeart/2005/8/layout/vProcess5"/>
    <dgm:cxn modelId="{4D6501A3-8A8D-484C-883A-14262DCAE010}" type="presParOf" srcId="{48F4E8B0-9E30-402A-9668-E7793CE49A71}" destId="{76A7F1EF-A229-4543-8BB2-004A22C042E9}" srcOrd="2" destOrd="0" presId="urn:microsoft.com/office/officeart/2005/8/layout/vProcess5"/>
    <dgm:cxn modelId="{6E1EF0BE-D572-42BE-867B-D8A784A424AB}" type="presParOf" srcId="{48F4E8B0-9E30-402A-9668-E7793CE49A71}" destId="{75C60ED4-6375-4E47-98A0-03EC777D07B1}" srcOrd="3" destOrd="0" presId="urn:microsoft.com/office/officeart/2005/8/layout/vProcess5"/>
    <dgm:cxn modelId="{F918DAC7-6232-4B6E-9B9D-A3DA3F655D92}" type="presParOf" srcId="{48F4E8B0-9E30-402A-9668-E7793CE49A71}" destId="{DB1D6F21-3568-4306-A524-9BD486A025E7}" srcOrd="4" destOrd="0" presId="urn:microsoft.com/office/officeart/2005/8/layout/vProcess5"/>
    <dgm:cxn modelId="{4F0CB129-5A2E-4C30-8A48-30DD34DDCEF4}" type="presParOf" srcId="{48F4E8B0-9E30-402A-9668-E7793CE49A71}" destId="{31FB057D-A3A3-4CB5-8FC3-15082CFE93D4}" srcOrd="5" destOrd="0" presId="urn:microsoft.com/office/officeart/2005/8/layout/vProcess5"/>
    <dgm:cxn modelId="{6387C733-5B47-40E5-939E-77DC03A9F7C2}" type="presParOf" srcId="{48F4E8B0-9E30-402A-9668-E7793CE49A71}" destId="{3D198B3B-75AC-4B3D-AC5F-F4E3D1A96993}" srcOrd="6" destOrd="0" presId="urn:microsoft.com/office/officeart/2005/8/layout/vProcess5"/>
    <dgm:cxn modelId="{3925A798-7F9A-4B61-AE27-91F593E07262}" type="presParOf" srcId="{48F4E8B0-9E30-402A-9668-E7793CE49A71}" destId="{DF2C90DF-EECE-4155-9EC5-73C9A1B65950}" srcOrd="7" destOrd="0" presId="urn:microsoft.com/office/officeart/2005/8/layout/vProcess5"/>
    <dgm:cxn modelId="{6986B941-D546-4880-9F77-0220E2663B4A}" type="presParOf" srcId="{48F4E8B0-9E30-402A-9668-E7793CE49A71}" destId="{716F3C33-A995-4383-B374-D1A3F44EF158}" srcOrd="8" destOrd="0" presId="urn:microsoft.com/office/officeart/2005/8/layout/vProcess5"/>
    <dgm:cxn modelId="{CD6A5D2E-7194-4F70-8B79-71DB8AD543D0}" type="presParOf" srcId="{48F4E8B0-9E30-402A-9668-E7793CE49A71}" destId="{E287D971-6B99-4661-A167-615584022EF3}" srcOrd="9" destOrd="0" presId="urn:microsoft.com/office/officeart/2005/8/layout/vProcess5"/>
    <dgm:cxn modelId="{648CD2C6-A409-43C4-B2BE-49804FAC472F}" type="presParOf" srcId="{48F4E8B0-9E30-402A-9668-E7793CE49A71}" destId="{CA78598D-9FC8-45DE-9EEE-0A65DDFB6512}" srcOrd="10" destOrd="0" presId="urn:microsoft.com/office/officeart/2005/8/layout/vProcess5"/>
    <dgm:cxn modelId="{3506E750-6151-4D07-A80F-9B27A12E13D7}" type="presParOf" srcId="{48F4E8B0-9E30-402A-9668-E7793CE49A71}" destId="{A490C2A3-8F2E-44B4-8F4C-E0E0D5C7A929}" srcOrd="11"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CF927C6-88F1-4267-A6DA-2C822A42AF47}" type="doc">
      <dgm:prSet loTypeId="urn:microsoft.com/office/officeart/2005/8/layout/hProcess9" loCatId="process" qsTypeId="urn:microsoft.com/office/officeart/2005/8/quickstyle/simple1" qsCatId="simple" csTypeId="urn:microsoft.com/office/officeart/2005/8/colors/accent1_2" csCatId="accent1" phldr="1"/>
      <dgm:spPr/>
    </dgm:pt>
    <dgm:pt modelId="{60C11FAA-D68A-48C9-B78C-EBD2D1ED0241}">
      <dgm:prSet phldrT="[Text]"/>
      <dgm:spPr/>
      <dgm:t>
        <a:bodyPr/>
        <a:lstStyle/>
        <a:p>
          <a:r>
            <a:rPr lang="en-US" dirty="0"/>
            <a:t>Weather &amp; Energy Data</a:t>
          </a:r>
        </a:p>
      </dgm:t>
    </dgm:pt>
    <dgm:pt modelId="{1D98507F-7CBC-4922-B9D1-D837AEEBD702}" type="parTrans" cxnId="{F755B6C8-AC83-40F6-9E55-630C7E17F9BE}">
      <dgm:prSet/>
      <dgm:spPr/>
      <dgm:t>
        <a:bodyPr/>
        <a:lstStyle/>
        <a:p>
          <a:endParaRPr lang="en-US"/>
        </a:p>
      </dgm:t>
    </dgm:pt>
    <dgm:pt modelId="{B028D761-0834-4C4A-ADC2-D1F23D8009DC}" type="sibTrans" cxnId="{F755B6C8-AC83-40F6-9E55-630C7E17F9BE}">
      <dgm:prSet/>
      <dgm:spPr/>
      <dgm:t>
        <a:bodyPr/>
        <a:lstStyle/>
        <a:p>
          <a:endParaRPr lang="en-US"/>
        </a:p>
      </dgm:t>
    </dgm:pt>
    <dgm:pt modelId="{27CEA71A-04F7-41D7-AB9D-999A66123035}">
      <dgm:prSet phldrT="[Text]"/>
      <dgm:spPr/>
      <dgm:t>
        <a:bodyPr/>
        <a:lstStyle/>
        <a:p>
          <a:r>
            <a:rPr lang="en-US" dirty="0"/>
            <a:t>Comparison Model</a:t>
          </a:r>
        </a:p>
      </dgm:t>
    </dgm:pt>
    <dgm:pt modelId="{2699C68D-7F41-42F9-BFCE-793153F355EE}" type="parTrans" cxnId="{E12FFB9C-0BAD-4FFD-97D6-98E2571595FB}">
      <dgm:prSet/>
      <dgm:spPr/>
      <dgm:t>
        <a:bodyPr/>
        <a:lstStyle/>
        <a:p>
          <a:endParaRPr lang="en-US"/>
        </a:p>
      </dgm:t>
    </dgm:pt>
    <dgm:pt modelId="{CDA7A307-40B8-4BD6-80F6-EC44CB00C697}" type="sibTrans" cxnId="{E12FFB9C-0BAD-4FFD-97D6-98E2571595FB}">
      <dgm:prSet/>
      <dgm:spPr/>
      <dgm:t>
        <a:bodyPr/>
        <a:lstStyle/>
        <a:p>
          <a:endParaRPr lang="en-US"/>
        </a:p>
      </dgm:t>
    </dgm:pt>
    <dgm:pt modelId="{FF88E92C-B3F8-4613-9B33-1693C85612B9}">
      <dgm:prSet phldrT="[Text]"/>
      <dgm:spPr/>
      <dgm:t>
        <a:bodyPr/>
        <a:lstStyle/>
        <a:p>
          <a:r>
            <a:rPr lang="en-US" dirty="0"/>
            <a:t>Forecast Model</a:t>
          </a:r>
        </a:p>
      </dgm:t>
    </dgm:pt>
    <dgm:pt modelId="{68D87F2F-CA86-4A08-9563-3FA088FE0F5D}" type="sibTrans" cxnId="{14A79353-3584-4468-AB8A-CD29C6139CBD}">
      <dgm:prSet/>
      <dgm:spPr/>
      <dgm:t>
        <a:bodyPr/>
        <a:lstStyle/>
        <a:p>
          <a:endParaRPr lang="en-US"/>
        </a:p>
      </dgm:t>
    </dgm:pt>
    <dgm:pt modelId="{CA7F3CE3-D956-4C72-B5EF-B3DF41BCCFD1}" type="parTrans" cxnId="{14A79353-3584-4468-AB8A-CD29C6139CBD}">
      <dgm:prSet/>
      <dgm:spPr/>
      <dgm:t>
        <a:bodyPr/>
        <a:lstStyle/>
        <a:p>
          <a:endParaRPr lang="en-US"/>
        </a:p>
      </dgm:t>
    </dgm:pt>
    <dgm:pt modelId="{ADC52CD0-5DC5-426D-903A-3D879C76BEA0}">
      <dgm:prSet phldrT="[Text]"/>
      <dgm:spPr/>
      <dgm:t>
        <a:bodyPr/>
        <a:lstStyle/>
        <a:p>
          <a:r>
            <a:rPr lang="en-US" dirty="0"/>
            <a:t>Rest API</a:t>
          </a:r>
        </a:p>
      </dgm:t>
    </dgm:pt>
    <dgm:pt modelId="{8516D387-5932-47B5-9181-9774F75EECAC}" type="parTrans" cxnId="{0DD24E93-9C60-4DCF-86EF-DE8E4091C165}">
      <dgm:prSet/>
      <dgm:spPr/>
      <dgm:t>
        <a:bodyPr/>
        <a:lstStyle/>
        <a:p>
          <a:endParaRPr lang="en-US"/>
        </a:p>
      </dgm:t>
    </dgm:pt>
    <dgm:pt modelId="{3AFB7454-15A9-4F5E-9339-04DD8C0F2527}" type="sibTrans" cxnId="{0DD24E93-9C60-4DCF-86EF-DE8E4091C165}">
      <dgm:prSet/>
      <dgm:spPr/>
      <dgm:t>
        <a:bodyPr/>
        <a:lstStyle/>
        <a:p>
          <a:endParaRPr lang="en-US"/>
        </a:p>
      </dgm:t>
    </dgm:pt>
    <dgm:pt modelId="{17C6D758-4CFD-4A2B-BB7F-5D7DE2DC000A}" type="pres">
      <dgm:prSet presAssocID="{2CF927C6-88F1-4267-A6DA-2C822A42AF47}" presName="CompostProcess" presStyleCnt="0">
        <dgm:presLayoutVars>
          <dgm:dir/>
          <dgm:resizeHandles val="exact"/>
        </dgm:presLayoutVars>
      </dgm:prSet>
      <dgm:spPr/>
    </dgm:pt>
    <dgm:pt modelId="{DB05E06D-678C-4CDB-A4D0-D166E0C05A4D}" type="pres">
      <dgm:prSet presAssocID="{2CF927C6-88F1-4267-A6DA-2C822A42AF47}" presName="arrow" presStyleLbl="bgShp" presStyleIdx="0" presStyleCnt="1"/>
      <dgm:spPr/>
    </dgm:pt>
    <dgm:pt modelId="{2D5BAECB-7CD7-4B27-A9AA-53BD5424660B}" type="pres">
      <dgm:prSet presAssocID="{2CF927C6-88F1-4267-A6DA-2C822A42AF47}" presName="linearProcess" presStyleCnt="0"/>
      <dgm:spPr/>
    </dgm:pt>
    <dgm:pt modelId="{5721BE87-A9A2-40E8-AE31-54768F478623}" type="pres">
      <dgm:prSet presAssocID="{60C11FAA-D68A-48C9-B78C-EBD2D1ED0241}" presName="textNode" presStyleLbl="node1" presStyleIdx="0" presStyleCnt="4">
        <dgm:presLayoutVars>
          <dgm:bulletEnabled val="1"/>
        </dgm:presLayoutVars>
      </dgm:prSet>
      <dgm:spPr/>
    </dgm:pt>
    <dgm:pt modelId="{8FE8A1A1-B3A9-4C52-8D52-FD0209CC9CFD}" type="pres">
      <dgm:prSet presAssocID="{B028D761-0834-4C4A-ADC2-D1F23D8009DC}" presName="sibTrans" presStyleCnt="0"/>
      <dgm:spPr/>
    </dgm:pt>
    <dgm:pt modelId="{8A2D99CD-09BB-41F7-9350-F4944190EF5B}" type="pres">
      <dgm:prSet presAssocID="{FF88E92C-B3F8-4613-9B33-1693C85612B9}" presName="textNode" presStyleLbl="node1" presStyleIdx="1" presStyleCnt="4">
        <dgm:presLayoutVars>
          <dgm:bulletEnabled val="1"/>
        </dgm:presLayoutVars>
      </dgm:prSet>
      <dgm:spPr/>
    </dgm:pt>
    <dgm:pt modelId="{445B30F6-2F92-40F0-9BDC-18531DAC6E7A}" type="pres">
      <dgm:prSet presAssocID="{68D87F2F-CA86-4A08-9563-3FA088FE0F5D}" presName="sibTrans" presStyleCnt="0"/>
      <dgm:spPr/>
    </dgm:pt>
    <dgm:pt modelId="{9CBB97C6-1C83-4062-AE30-AC438F481460}" type="pres">
      <dgm:prSet presAssocID="{27CEA71A-04F7-41D7-AB9D-999A66123035}" presName="textNode" presStyleLbl="node1" presStyleIdx="2" presStyleCnt="4">
        <dgm:presLayoutVars>
          <dgm:bulletEnabled val="1"/>
        </dgm:presLayoutVars>
      </dgm:prSet>
      <dgm:spPr/>
    </dgm:pt>
    <dgm:pt modelId="{A538311F-69B7-4F85-A2A9-AD57432D4E39}" type="pres">
      <dgm:prSet presAssocID="{CDA7A307-40B8-4BD6-80F6-EC44CB00C697}" presName="sibTrans" presStyleCnt="0"/>
      <dgm:spPr/>
    </dgm:pt>
    <dgm:pt modelId="{40D50B7C-FB6F-4D00-8ACF-9ACE83044674}" type="pres">
      <dgm:prSet presAssocID="{ADC52CD0-5DC5-426D-903A-3D879C76BEA0}" presName="textNode" presStyleLbl="node1" presStyleIdx="3" presStyleCnt="4">
        <dgm:presLayoutVars>
          <dgm:bulletEnabled val="1"/>
        </dgm:presLayoutVars>
      </dgm:prSet>
      <dgm:spPr/>
    </dgm:pt>
  </dgm:ptLst>
  <dgm:cxnLst>
    <dgm:cxn modelId="{94AB4C2C-CED2-4AC6-92D8-294D9DB73847}" type="presOf" srcId="{2CF927C6-88F1-4267-A6DA-2C822A42AF47}" destId="{17C6D758-4CFD-4A2B-BB7F-5D7DE2DC000A}" srcOrd="0" destOrd="0" presId="urn:microsoft.com/office/officeart/2005/8/layout/hProcess9"/>
    <dgm:cxn modelId="{14A79353-3584-4468-AB8A-CD29C6139CBD}" srcId="{2CF927C6-88F1-4267-A6DA-2C822A42AF47}" destId="{FF88E92C-B3F8-4613-9B33-1693C85612B9}" srcOrd="1" destOrd="0" parTransId="{CA7F3CE3-D956-4C72-B5EF-B3DF41BCCFD1}" sibTransId="{68D87F2F-CA86-4A08-9563-3FA088FE0F5D}"/>
    <dgm:cxn modelId="{DF363593-C6B0-487C-B409-57B5079F9271}" type="presOf" srcId="{FF88E92C-B3F8-4613-9B33-1693C85612B9}" destId="{8A2D99CD-09BB-41F7-9350-F4944190EF5B}" srcOrd="0" destOrd="0" presId="urn:microsoft.com/office/officeart/2005/8/layout/hProcess9"/>
    <dgm:cxn modelId="{0DD24E93-9C60-4DCF-86EF-DE8E4091C165}" srcId="{2CF927C6-88F1-4267-A6DA-2C822A42AF47}" destId="{ADC52CD0-5DC5-426D-903A-3D879C76BEA0}" srcOrd="3" destOrd="0" parTransId="{8516D387-5932-47B5-9181-9774F75EECAC}" sibTransId="{3AFB7454-15A9-4F5E-9339-04DD8C0F2527}"/>
    <dgm:cxn modelId="{E12FFB9C-0BAD-4FFD-97D6-98E2571595FB}" srcId="{2CF927C6-88F1-4267-A6DA-2C822A42AF47}" destId="{27CEA71A-04F7-41D7-AB9D-999A66123035}" srcOrd="2" destOrd="0" parTransId="{2699C68D-7F41-42F9-BFCE-793153F355EE}" sibTransId="{CDA7A307-40B8-4BD6-80F6-EC44CB00C697}"/>
    <dgm:cxn modelId="{6BE410A8-F9E9-4998-A5DA-DB78A867885E}" type="presOf" srcId="{60C11FAA-D68A-48C9-B78C-EBD2D1ED0241}" destId="{5721BE87-A9A2-40E8-AE31-54768F478623}" srcOrd="0" destOrd="0" presId="urn:microsoft.com/office/officeart/2005/8/layout/hProcess9"/>
    <dgm:cxn modelId="{F755B6C8-AC83-40F6-9E55-630C7E17F9BE}" srcId="{2CF927C6-88F1-4267-A6DA-2C822A42AF47}" destId="{60C11FAA-D68A-48C9-B78C-EBD2D1ED0241}" srcOrd="0" destOrd="0" parTransId="{1D98507F-7CBC-4922-B9D1-D837AEEBD702}" sibTransId="{B028D761-0834-4C4A-ADC2-D1F23D8009DC}"/>
    <dgm:cxn modelId="{8AF193DC-D0DD-4798-B7EB-F30A05D6DC05}" type="presOf" srcId="{ADC52CD0-5DC5-426D-903A-3D879C76BEA0}" destId="{40D50B7C-FB6F-4D00-8ACF-9ACE83044674}" srcOrd="0" destOrd="0" presId="urn:microsoft.com/office/officeart/2005/8/layout/hProcess9"/>
    <dgm:cxn modelId="{C434C6F4-6ACB-4F59-825E-4ACA06D0CCB9}" type="presOf" srcId="{27CEA71A-04F7-41D7-AB9D-999A66123035}" destId="{9CBB97C6-1C83-4062-AE30-AC438F481460}" srcOrd="0" destOrd="0" presId="urn:microsoft.com/office/officeart/2005/8/layout/hProcess9"/>
    <dgm:cxn modelId="{64D227C9-0490-4D0C-A279-C4D3A0F0CAD7}" type="presParOf" srcId="{17C6D758-4CFD-4A2B-BB7F-5D7DE2DC000A}" destId="{DB05E06D-678C-4CDB-A4D0-D166E0C05A4D}" srcOrd="0" destOrd="0" presId="urn:microsoft.com/office/officeart/2005/8/layout/hProcess9"/>
    <dgm:cxn modelId="{E9A33519-ACDC-404F-95CD-AAC6BCE9A819}" type="presParOf" srcId="{17C6D758-4CFD-4A2B-BB7F-5D7DE2DC000A}" destId="{2D5BAECB-7CD7-4B27-A9AA-53BD5424660B}" srcOrd="1" destOrd="0" presId="urn:microsoft.com/office/officeart/2005/8/layout/hProcess9"/>
    <dgm:cxn modelId="{787A6217-FFF6-4294-AC86-4D1A3ECDFBFB}" type="presParOf" srcId="{2D5BAECB-7CD7-4B27-A9AA-53BD5424660B}" destId="{5721BE87-A9A2-40E8-AE31-54768F478623}" srcOrd="0" destOrd="0" presId="urn:microsoft.com/office/officeart/2005/8/layout/hProcess9"/>
    <dgm:cxn modelId="{F9034ECF-5C3F-4BA0-84E9-E2751C60735D}" type="presParOf" srcId="{2D5BAECB-7CD7-4B27-A9AA-53BD5424660B}" destId="{8FE8A1A1-B3A9-4C52-8D52-FD0209CC9CFD}" srcOrd="1" destOrd="0" presId="urn:microsoft.com/office/officeart/2005/8/layout/hProcess9"/>
    <dgm:cxn modelId="{2F149203-A81C-447C-8733-6D8D171455B4}" type="presParOf" srcId="{2D5BAECB-7CD7-4B27-A9AA-53BD5424660B}" destId="{8A2D99CD-09BB-41F7-9350-F4944190EF5B}" srcOrd="2" destOrd="0" presId="urn:microsoft.com/office/officeart/2005/8/layout/hProcess9"/>
    <dgm:cxn modelId="{E93DAC83-3969-4BDC-8A5F-F405F71B71B5}" type="presParOf" srcId="{2D5BAECB-7CD7-4B27-A9AA-53BD5424660B}" destId="{445B30F6-2F92-40F0-9BDC-18531DAC6E7A}" srcOrd="3" destOrd="0" presId="urn:microsoft.com/office/officeart/2005/8/layout/hProcess9"/>
    <dgm:cxn modelId="{5576E1C7-1399-4F05-90AB-6B1FA8946791}" type="presParOf" srcId="{2D5BAECB-7CD7-4B27-A9AA-53BD5424660B}" destId="{9CBB97C6-1C83-4062-AE30-AC438F481460}" srcOrd="4" destOrd="0" presId="urn:microsoft.com/office/officeart/2005/8/layout/hProcess9"/>
    <dgm:cxn modelId="{9DDE7AFA-18F1-4B3C-BE6F-1F2362DC755E}" type="presParOf" srcId="{2D5BAECB-7CD7-4B27-A9AA-53BD5424660B}" destId="{A538311F-69B7-4F85-A2A9-AD57432D4E39}" srcOrd="5" destOrd="0" presId="urn:microsoft.com/office/officeart/2005/8/layout/hProcess9"/>
    <dgm:cxn modelId="{B2087AE4-C0DA-478B-B627-CF77D3A4E514}" type="presParOf" srcId="{2D5BAECB-7CD7-4B27-A9AA-53BD5424660B}" destId="{40D50B7C-FB6F-4D00-8ACF-9ACE83044674}"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52FC0E-E007-40E7-8267-6188F8F925B8}">
      <dsp:nvSpPr>
        <dsp:cNvPr id="0" name=""/>
        <dsp:cNvSpPr/>
      </dsp:nvSpPr>
      <dsp:spPr>
        <a:xfrm>
          <a:off x="0" y="0"/>
          <a:ext cx="7158534" cy="11212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Reliance on fossil fuels may lead to an energy crisis due to pollution and greenhouse gas emissions, making them unreliable as future energy sources. </a:t>
          </a:r>
        </a:p>
      </dsp:txBody>
      <dsp:txXfrm>
        <a:off x="32839" y="32839"/>
        <a:ext cx="5853924" cy="1055526"/>
      </dsp:txXfrm>
    </dsp:sp>
    <dsp:sp modelId="{76A7F1EF-A229-4543-8BB2-004A22C042E9}">
      <dsp:nvSpPr>
        <dsp:cNvPr id="0" name=""/>
        <dsp:cNvSpPr/>
      </dsp:nvSpPr>
      <dsp:spPr>
        <a:xfrm>
          <a:off x="599527" y="1325060"/>
          <a:ext cx="7158534" cy="11212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To address the challenge of predicting solar irradiance for solar energy potential, models such as multi-regression and Artificial Neural Networks (ANN) have been developed</a:t>
          </a:r>
        </a:p>
      </dsp:txBody>
      <dsp:txXfrm>
        <a:off x="632366" y="1357899"/>
        <a:ext cx="5764545" cy="1055526"/>
      </dsp:txXfrm>
    </dsp:sp>
    <dsp:sp modelId="{75C60ED4-6375-4E47-98A0-03EC777D07B1}">
      <dsp:nvSpPr>
        <dsp:cNvPr id="0" name=""/>
        <dsp:cNvSpPr/>
      </dsp:nvSpPr>
      <dsp:spPr>
        <a:xfrm>
          <a:off x="1190106" y="2650120"/>
          <a:ext cx="7158534" cy="11212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This research aims to use advanced ANN models, including LSTM, Bi-LSTM, RNN, and ConvLSTM, to forecast solar power generation using plant data and weather information. </a:t>
          </a:r>
        </a:p>
      </dsp:txBody>
      <dsp:txXfrm>
        <a:off x="1222945" y="2682959"/>
        <a:ext cx="5773494" cy="1055526"/>
      </dsp:txXfrm>
    </dsp:sp>
    <dsp:sp modelId="{DB1D6F21-3568-4306-A524-9BD486A025E7}">
      <dsp:nvSpPr>
        <dsp:cNvPr id="0" name=""/>
        <dsp:cNvSpPr/>
      </dsp:nvSpPr>
      <dsp:spPr>
        <a:xfrm>
          <a:off x="1789633" y="3975181"/>
          <a:ext cx="7158534" cy="11212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A REST API will be created for output predictions, reducing deviations in solar power production and maintaining reliability with accurate forecasting from advanced ANN mode.</a:t>
          </a:r>
        </a:p>
      </dsp:txBody>
      <dsp:txXfrm>
        <a:off x="1822472" y="4008020"/>
        <a:ext cx="5764545" cy="1055526"/>
      </dsp:txXfrm>
    </dsp:sp>
    <dsp:sp modelId="{31FB057D-A3A3-4CB5-8FC3-15082CFE93D4}">
      <dsp:nvSpPr>
        <dsp:cNvPr id="0" name=""/>
        <dsp:cNvSpPr/>
      </dsp:nvSpPr>
      <dsp:spPr>
        <a:xfrm>
          <a:off x="6429751" y="858741"/>
          <a:ext cx="728783" cy="728783"/>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en-US" sz="3300" kern="1200"/>
        </a:p>
      </dsp:txBody>
      <dsp:txXfrm>
        <a:off x="6593727" y="858741"/>
        <a:ext cx="400831" cy="548409"/>
      </dsp:txXfrm>
    </dsp:sp>
    <dsp:sp modelId="{3D198B3B-75AC-4B3D-AC5F-F4E3D1A96993}">
      <dsp:nvSpPr>
        <dsp:cNvPr id="0" name=""/>
        <dsp:cNvSpPr/>
      </dsp:nvSpPr>
      <dsp:spPr>
        <a:xfrm>
          <a:off x="7029278" y="2183801"/>
          <a:ext cx="728783" cy="728783"/>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en-US" sz="3300" kern="1200"/>
        </a:p>
      </dsp:txBody>
      <dsp:txXfrm>
        <a:off x="7193254" y="2183801"/>
        <a:ext cx="400831" cy="548409"/>
      </dsp:txXfrm>
    </dsp:sp>
    <dsp:sp modelId="{DF2C90DF-EECE-4155-9EC5-73C9A1B65950}">
      <dsp:nvSpPr>
        <dsp:cNvPr id="0" name=""/>
        <dsp:cNvSpPr/>
      </dsp:nvSpPr>
      <dsp:spPr>
        <a:xfrm>
          <a:off x="7619857" y="3508861"/>
          <a:ext cx="728783" cy="728783"/>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en-US" sz="3300" kern="1200"/>
        </a:p>
      </dsp:txBody>
      <dsp:txXfrm>
        <a:off x="7783833" y="3508861"/>
        <a:ext cx="400831" cy="5484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05E06D-678C-4CDB-A4D0-D166E0C05A4D}">
      <dsp:nvSpPr>
        <dsp:cNvPr id="0" name=""/>
        <dsp:cNvSpPr/>
      </dsp:nvSpPr>
      <dsp:spPr>
        <a:xfrm>
          <a:off x="820705" y="0"/>
          <a:ext cx="9301328" cy="174010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21BE87-A9A2-40E8-AE31-54768F478623}">
      <dsp:nvSpPr>
        <dsp:cNvPr id="0" name=""/>
        <dsp:cNvSpPr/>
      </dsp:nvSpPr>
      <dsp:spPr>
        <a:xfrm>
          <a:off x="3005" y="522030"/>
          <a:ext cx="2608952" cy="6960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Weather &amp; Energy Data</a:t>
          </a:r>
        </a:p>
      </dsp:txBody>
      <dsp:txXfrm>
        <a:off x="36983" y="556008"/>
        <a:ext cx="2540996" cy="628084"/>
      </dsp:txXfrm>
    </dsp:sp>
    <dsp:sp modelId="{8A2D99CD-09BB-41F7-9350-F4944190EF5B}">
      <dsp:nvSpPr>
        <dsp:cNvPr id="0" name=""/>
        <dsp:cNvSpPr/>
      </dsp:nvSpPr>
      <dsp:spPr>
        <a:xfrm>
          <a:off x="2778930" y="522030"/>
          <a:ext cx="2608952" cy="6960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Forecast Model</a:t>
          </a:r>
        </a:p>
      </dsp:txBody>
      <dsp:txXfrm>
        <a:off x="2812908" y="556008"/>
        <a:ext cx="2540996" cy="628084"/>
      </dsp:txXfrm>
    </dsp:sp>
    <dsp:sp modelId="{9CBB97C6-1C83-4062-AE30-AC438F481460}">
      <dsp:nvSpPr>
        <dsp:cNvPr id="0" name=""/>
        <dsp:cNvSpPr/>
      </dsp:nvSpPr>
      <dsp:spPr>
        <a:xfrm>
          <a:off x="5554855" y="522030"/>
          <a:ext cx="2608952" cy="6960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Comparison Model</a:t>
          </a:r>
        </a:p>
      </dsp:txBody>
      <dsp:txXfrm>
        <a:off x="5588833" y="556008"/>
        <a:ext cx="2540996" cy="628084"/>
      </dsp:txXfrm>
    </dsp:sp>
    <dsp:sp modelId="{40D50B7C-FB6F-4D00-8ACF-9ACE83044674}">
      <dsp:nvSpPr>
        <dsp:cNvPr id="0" name=""/>
        <dsp:cNvSpPr/>
      </dsp:nvSpPr>
      <dsp:spPr>
        <a:xfrm>
          <a:off x="8330781" y="522030"/>
          <a:ext cx="2608952" cy="6960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Rest API</a:t>
          </a:r>
        </a:p>
      </dsp:txBody>
      <dsp:txXfrm>
        <a:off x="8364759" y="556008"/>
        <a:ext cx="2540996" cy="628084"/>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FF37AB-1278-4555-8E1E-629030646749}" type="datetimeFigureOut">
              <a:rPr lang="en-US" smtClean="0"/>
              <a:t>4/26/2023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6AB29C-F250-4B3C-8A16-A0D320D2AA8A}" type="slidenum">
              <a:rPr lang="en-US" smtClean="0"/>
              <a:t>‹#›</a:t>
            </a:fld>
            <a:endParaRPr lang="en-US"/>
          </a:p>
        </p:txBody>
      </p:sp>
    </p:spTree>
    <p:extLst>
      <p:ext uri="{BB962C8B-B14F-4D97-AF65-F5344CB8AC3E}">
        <p14:creationId xmlns:p14="http://schemas.microsoft.com/office/powerpoint/2010/main" val="1168871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FE5BA-1B4D-154D-FB29-34F20F8220F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69BDB0C-FA6D-F347-CDB2-970F712871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4958DA8-7F34-583F-3251-84008036CB9E}"/>
              </a:ext>
            </a:extLst>
          </p:cNvPr>
          <p:cNvSpPr>
            <a:spLocks noGrp="1"/>
          </p:cNvSpPr>
          <p:nvPr>
            <p:ph type="dt" sz="half" idx="10"/>
          </p:nvPr>
        </p:nvSpPr>
        <p:spPr/>
        <p:txBody>
          <a:bodyPr/>
          <a:lstStyle/>
          <a:p>
            <a:fld id="{373F947A-B4DE-48EE-8D7C-4BB9A5B7195B}" type="datetime1">
              <a:rPr lang="en-US" smtClean="0"/>
              <a:t>4/26/2023</a:t>
            </a:fld>
            <a:endParaRPr lang="en-US"/>
          </a:p>
        </p:txBody>
      </p:sp>
      <p:sp>
        <p:nvSpPr>
          <p:cNvPr id="5" name="Footer Placeholder 4">
            <a:extLst>
              <a:ext uri="{FF2B5EF4-FFF2-40B4-BE49-F238E27FC236}">
                <a16:creationId xmlns:a16="http://schemas.microsoft.com/office/drawing/2014/main" id="{E816D5C5-8DCC-A7A7-24D8-48CEA0E18D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02B137-F874-46B5-B8F2-FC1AD91CC80E}"/>
              </a:ext>
            </a:extLst>
          </p:cNvPr>
          <p:cNvSpPr>
            <a:spLocks noGrp="1"/>
          </p:cNvSpPr>
          <p:nvPr>
            <p:ph type="sldNum" sz="quarter" idx="12"/>
          </p:nvPr>
        </p:nvSpPr>
        <p:spPr/>
        <p:txBody>
          <a:bodyPr/>
          <a:lstStyle/>
          <a:p>
            <a:fld id="{3FE5B538-B59D-40BE-A71D-808D1A583C60}" type="slidenum">
              <a:rPr lang="en-US" smtClean="0"/>
              <a:t>‹#›</a:t>
            </a:fld>
            <a:endParaRPr lang="en-US"/>
          </a:p>
        </p:txBody>
      </p:sp>
    </p:spTree>
    <p:extLst>
      <p:ext uri="{BB962C8B-B14F-4D97-AF65-F5344CB8AC3E}">
        <p14:creationId xmlns:p14="http://schemas.microsoft.com/office/powerpoint/2010/main" val="977877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77DB7-6C4D-27CE-DEB8-51CD42F4E9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5EE3AF-505D-91E5-4BA6-4895A4352D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6BB2F0-ABF1-D656-34F4-3D674C816ED1}"/>
              </a:ext>
            </a:extLst>
          </p:cNvPr>
          <p:cNvSpPr>
            <a:spLocks noGrp="1"/>
          </p:cNvSpPr>
          <p:nvPr>
            <p:ph type="dt" sz="half" idx="10"/>
          </p:nvPr>
        </p:nvSpPr>
        <p:spPr/>
        <p:txBody>
          <a:bodyPr/>
          <a:lstStyle/>
          <a:p>
            <a:fld id="{BF4C6F01-8282-4E98-8BBB-1D4B0654D068}" type="datetime1">
              <a:rPr lang="en-US" smtClean="0"/>
              <a:t>4/26/2023</a:t>
            </a:fld>
            <a:endParaRPr lang="en-US"/>
          </a:p>
        </p:txBody>
      </p:sp>
      <p:sp>
        <p:nvSpPr>
          <p:cNvPr id="5" name="Footer Placeholder 4">
            <a:extLst>
              <a:ext uri="{FF2B5EF4-FFF2-40B4-BE49-F238E27FC236}">
                <a16:creationId xmlns:a16="http://schemas.microsoft.com/office/drawing/2014/main" id="{5C48A4FD-638A-AAB1-22E0-07B4351C53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0FA8E7-D6B6-4653-2DAB-46F48EEE1EB1}"/>
              </a:ext>
            </a:extLst>
          </p:cNvPr>
          <p:cNvSpPr>
            <a:spLocks noGrp="1"/>
          </p:cNvSpPr>
          <p:nvPr>
            <p:ph type="sldNum" sz="quarter" idx="12"/>
          </p:nvPr>
        </p:nvSpPr>
        <p:spPr/>
        <p:txBody>
          <a:bodyPr/>
          <a:lstStyle/>
          <a:p>
            <a:fld id="{3FE5B538-B59D-40BE-A71D-808D1A583C60}" type="slidenum">
              <a:rPr lang="en-US" smtClean="0"/>
              <a:t>‹#›</a:t>
            </a:fld>
            <a:endParaRPr lang="en-US"/>
          </a:p>
        </p:txBody>
      </p:sp>
    </p:spTree>
    <p:extLst>
      <p:ext uri="{BB962C8B-B14F-4D97-AF65-F5344CB8AC3E}">
        <p14:creationId xmlns:p14="http://schemas.microsoft.com/office/powerpoint/2010/main" val="1094854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CE366-1029-1937-B238-FE98E0A201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C37F1B5-C2A0-7DBC-3A4C-01E97F4936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ADA07D-D43F-4CF5-25D4-C92975220430}"/>
              </a:ext>
            </a:extLst>
          </p:cNvPr>
          <p:cNvSpPr>
            <a:spLocks noGrp="1"/>
          </p:cNvSpPr>
          <p:nvPr>
            <p:ph type="dt" sz="half" idx="10"/>
          </p:nvPr>
        </p:nvSpPr>
        <p:spPr/>
        <p:txBody>
          <a:bodyPr/>
          <a:lstStyle/>
          <a:p>
            <a:fld id="{4DA74900-59BC-4422-846B-D368E7DA1F88}" type="datetime1">
              <a:rPr lang="en-US" smtClean="0"/>
              <a:t>4/26/2023</a:t>
            </a:fld>
            <a:endParaRPr lang="en-US"/>
          </a:p>
        </p:txBody>
      </p:sp>
      <p:sp>
        <p:nvSpPr>
          <p:cNvPr id="5" name="Footer Placeholder 4">
            <a:extLst>
              <a:ext uri="{FF2B5EF4-FFF2-40B4-BE49-F238E27FC236}">
                <a16:creationId xmlns:a16="http://schemas.microsoft.com/office/drawing/2014/main" id="{39C72B2E-5F41-4523-FD6C-1E1E33F396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02B142-2268-CD04-B923-EB36022D204B}"/>
              </a:ext>
            </a:extLst>
          </p:cNvPr>
          <p:cNvSpPr>
            <a:spLocks noGrp="1"/>
          </p:cNvSpPr>
          <p:nvPr>
            <p:ph type="sldNum" sz="quarter" idx="12"/>
          </p:nvPr>
        </p:nvSpPr>
        <p:spPr/>
        <p:txBody>
          <a:bodyPr/>
          <a:lstStyle/>
          <a:p>
            <a:fld id="{3FE5B538-B59D-40BE-A71D-808D1A583C60}" type="slidenum">
              <a:rPr lang="en-US" smtClean="0"/>
              <a:t>‹#›</a:t>
            </a:fld>
            <a:endParaRPr lang="en-US"/>
          </a:p>
        </p:txBody>
      </p:sp>
    </p:spTree>
    <p:extLst>
      <p:ext uri="{BB962C8B-B14F-4D97-AF65-F5344CB8AC3E}">
        <p14:creationId xmlns:p14="http://schemas.microsoft.com/office/powerpoint/2010/main" val="28330265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0DF69-3342-C92E-242D-E962CD32744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996198-F976-8409-70B2-274382474F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76EEDDB-4E68-9A6A-10F5-6390C74991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55700A-D153-3862-7187-5544A5644A57}"/>
              </a:ext>
            </a:extLst>
          </p:cNvPr>
          <p:cNvSpPr>
            <a:spLocks noGrp="1"/>
          </p:cNvSpPr>
          <p:nvPr>
            <p:ph type="dt" sz="half" idx="10"/>
          </p:nvPr>
        </p:nvSpPr>
        <p:spPr/>
        <p:txBody>
          <a:bodyPr/>
          <a:lstStyle/>
          <a:p>
            <a:fld id="{C3949FD8-F76C-4334-8F67-5261DAB8283B}" type="datetime1">
              <a:rPr lang="en-US" smtClean="0"/>
              <a:t>4/26/2023</a:t>
            </a:fld>
            <a:endParaRPr lang="en-US"/>
          </a:p>
        </p:txBody>
      </p:sp>
      <p:sp>
        <p:nvSpPr>
          <p:cNvPr id="6" name="Footer Placeholder 5">
            <a:extLst>
              <a:ext uri="{FF2B5EF4-FFF2-40B4-BE49-F238E27FC236}">
                <a16:creationId xmlns:a16="http://schemas.microsoft.com/office/drawing/2014/main" id="{5C823884-9429-C8D9-F443-6DA209F92A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2FE441-0EA5-F268-7E51-A4640FF954B5}"/>
              </a:ext>
            </a:extLst>
          </p:cNvPr>
          <p:cNvSpPr>
            <a:spLocks noGrp="1"/>
          </p:cNvSpPr>
          <p:nvPr>
            <p:ph type="sldNum" sz="quarter" idx="12"/>
          </p:nvPr>
        </p:nvSpPr>
        <p:spPr/>
        <p:txBody>
          <a:bodyPr/>
          <a:lstStyle/>
          <a:p>
            <a:fld id="{3FE5B538-B59D-40BE-A71D-808D1A583C60}" type="slidenum">
              <a:rPr lang="en-US" smtClean="0"/>
              <a:t>‹#›</a:t>
            </a:fld>
            <a:endParaRPr lang="en-US"/>
          </a:p>
        </p:txBody>
      </p:sp>
    </p:spTree>
    <p:extLst>
      <p:ext uri="{BB962C8B-B14F-4D97-AF65-F5344CB8AC3E}">
        <p14:creationId xmlns:p14="http://schemas.microsoft.com/office/powerpoint/2010/main" val="4208121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35246-4CAB-9400-7486-B00F9D0875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B428216-44FF-C380-A97E-B753EF4633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9366E2-B011-F94E-424F-5FB14ED795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A362507-D0E6-74FA-5419-A9B802DDF5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8AE93D-342E-CF5B-84B6-ED70A0F6C9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80ADCC-A388-6A44-DE80-E6D3454F3F7A}"/>
              </a:ext>
            </a:extLst>
          </p:cNvPr>
          <p:cNvSpPr>
            <a:spLocks noGrp="1"/>
          </p:cNvSpPr>
          <p:nvPr>
            <p:ph type="dt" sz="half" idx="10"/>
          </p:nvPr>
        </p:nvSpPr>
        <p:spPr/>
        <p:txBody>
          <a:bodyPr/>
          <a:lstStyle/>
          <a:p>
            <a:fld id="{FD3EE7BC-1A30-4086-BB3C-9A5B74FB52CD}" type="datetime1">
              <a:rPr lang="en-US" smtClean="0"/>
              <a:t>4/26/2023</a:t>
            </a:fld>
            <a:endParaRPr lang="en-US"/>
          </a:p>
        </p:txBody>
      </p:sp>
      <p:sp>
        <p:nvSpPr>
          <p:cNvPr id="8" name="Footer Placeholder 7">
            <a:extLst>
              <a:ext uri="{FF2B5EF4-FFF2-40B4-BE49-F238E27FC236}">
                <a16:creationId xmlns:a16="http://schemas.microsoft.com/office/drawing/2014/main" id="{181702FB-A43C-DBE6-8481-90FB465CEF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C5420C4-2094-5F85-3BF3-57DD6F0B0566}"/>
              </a:ext>
            </a:extLst>
          </p:cNvPr>
          <p:cNvSpPr>
            <a:spLocks noGrp="1"/>
          </p:cNvSpPr>
          <p:nvPr>
            <p:ph type="sldNum" sz="quarter" idx="12"/>
          </p:nvPr>
        </p:nvSpPr>
        <p:spPr/>
        <p:txBody>
          <a:bodyPr/>
          <a:lstStyle/>
          <a:p>
            <a:fld id="{3FE5B538-B59D-40BE-A71D-808D1A583C60}" type="slidenum">
              <a:rPr lang="en-US" smtClean="0"/>
              <a:t>‹#›</a:t>
            </a:fld>
            <a:endParaRPr lang="en-US"/>
          </a:p>
        </p:txBody>
      </p:sp>
    </p:spTree>
    <p:extLst>
      <p:ext uri="{BB962C8B-B14F-4D97-AF65-F5344CB8AC3E}">
        <p14:creationId xmlns:p14="http://schemas.microsoft.com/office/powerpoint/2010/main" val="536340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00C17-0171-D302-7C73-F6092BA021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1920371-CF05-7091-8E96-CE119D957484}"/>
              </a:ext>
            </a:extLst>
          </p:cNvPr>
          <p:cNvSpPr>
            <a:spLocks noGrp="1"/>
          </p:cNvSpPr>
          <p:nvPr>
            <p:ph type="dt" sz="half" idx="10"/>
          </p:nvPr>
        </p:nvSpPr>
        <p:spPr/>
        <p:txBody>
          <a:bodyPr/>
          <a:lstStyle/>
          <a:p>
            <a:fld id="{7240562C-9A4D-4424-AA72-DCA8EAC67DF2}" type="datetime1">
              <a:rPr lang="en-US" smtClean="0"/>
              <a:t>4/26/2023</a:t>
            </a:fld>
            <a:endParaRPr lang="en-US"/>
          </a:p>
        </p:txBody>
      </p:sp>
      <p:sp>
        <p:nvSpPr>
          <p:cNvPr id="4" name="Footer Placeholder 3">
            <a:extLst>
              <a:ext uri="{FF2B5EF4-FFF2-40B4-BE49-F238E27FC236}">
                <a16:creationId xmlns:a16="http://schemas.microsoft.com/office/drawing/2014/main" id="{9B6E4454-12CF-F027-DD2C-F9E46EF6515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561EA62-3507-891B-7608-9FB4204F70B1}"/>
              </a:ext>
            </a:extLst>
          </p:cNvPr>
          <p:cNvSpPr>
            <a:spLocks noGrp="1"/>
          </p:cNvSpPr>
          <p:nvPr>
            <p:ph type="sldNum" sz="quarter" idx="12"/>
          </p:nvPr>
        </p:nvSpPr>
        <p:spPr/>
        <p:txBody>
          <a:bodyPr/>
          <a:lstStyle/>
          <a:p>
            <a:fld id="{3FE5B538-B59D-40BE-A71D-808D1A583C60}" type="slidenum">
              <a:rPr lang="en-US" smtClean="0"/>
              <a:t>‹#›</a:t>
            </a:fld>
            <a:endParaRPr lang="en-US"/>
          </a:p>
        </p:txBody>
      </p:sp>
    </p:spTree>
    <p:extLst>
      <p:ext uri="{BB962C8B-B14F-4D97-AF65-F5344CB8AC3E}">
        <p14:creationId xmlns:p14="http://schemas.microsoft.com/office/powerpoint/2010/main" val="3162578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4E1DE3-6E5A-D756-E271-4602C12BB42A}"/>
              </a:ext>
            </a:extLst>
          </p:cNvPr>
          <p:cNvSpPr>
            <a:spLocks noGrp="1"/>
          </p:cNvSpPr>
          <p:nvPr>
            <p:ph type="dt" sz="half" idx="10"/>
          </p:nvPr>
        </p:nvSpPr>
        <p:spPr/>
        <p:txBody>
          <a:bodyPr/>
          <a:lstStyle/>
          <a:p>
            <a:fld id="{E2DCB292-5FFB-4199-8B72-18CE4DC27BE9}" type="datetime1">
              <a:rPr lang="en-US" smtClean="0"/>
              <a:t>4/26/2023</a:t>
            </a:fld>
            <a:endParaRPr lang="en-US"/>
          </a:p>
        </p:txBody>
      </p:sp>
      <p:sp>
        <p:nvSpPr>
          <p:cNvPr id="3" name="Footer Placeholder 2">
            <a:extLst>
              <a:ext uri="{FF2B5EF4-FFF2-40B4-BE49-F238E27FC236}">
                <a16:creationId xmlns:a16="http://schemas.microsoft.com/office/drawing/2014/main" id="{51BB45B0-024A-E4EA-EAD9-DAE8CDA02E9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087E535-4832-7AA7-58E3-8FE4DEEE88C0}"/>
              </a:ext>
            </a:extLst>
          </p:cNvPr>
          <p:cNvSpPr>
            <a:spLocks noGrp="1"/>
          </p:cNvSpPr>
          <p:nvPr>
            <p:ph type="sldNum" sz="quarter" idx="12"/>
          </p:nvPr>
        </p:nvSpPr>
        <p:spPr/>
        <p:txBody>
          <a:bodyPr/>
          <a:lstStyle/>
          <a:p>
            <a:fld id="{3FE5B538-B59D-40BE-A71D-808D1A583C60}" type="slidenum">
              <a:rPr lang="en-US" smtClean="0"/>
              <a:t>‹#›</a:t>
            </a:fld>
            <a:endParaRPr lang="en-US"/>
          </a:p>
        </p:txBody>
      </p:sp>
    </p:spTree>
    <p:extLst>
      <p:ext uri="{BB962C8B-B14F-4D97-AF65-F5344CB8AC3E}">
        <p14:creationId xmlns:p14="http://schemas.microsoft.com/office/powerpoint/2010/main" val="901455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68A75-7425-3758-A005-A8FF23DC2B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CCA27C2-8AAA-130E-DB3D-08614190B2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8BE9BD-F876-3645-5199-5AACEE975C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355C5D-77F2-F379-D38D-ED086388C9B9}"/>
              </a:ext>
            </a:extLst>
          </p:cNvPr>
          <p:cNvSpPr>
            <a:spLocks noGrp="1"/>
          </p:cNvSpPr>
          <p:nvPr>
            <p:ph type="dt" sz="half" idx="10"/>
          </p:nvPr>
        </p:nvSpPr>
        <p:spPr/>
        <p:txBody>
          <a:bodyPr/>
          <a:lstStyle/>
          <a:p>
            <a:fld id="{7A7481A3-5B6C-4EB6-A3A1-4996FCA10DC0}" type="datetime1">
              <a:rPr lang="en-US" smtClean="0"/>
              <a:t>4/26/2023</a:t>
            </a:fld>
            <a:endParaRPr lang="en-US"/>
          </a:p>
        </p:txBody>
      </p:sp>
      <p:sp>
        <p:nvSpPr>
          <p:cNvPr id="6" name="Footer Placeholder 5">
            <a:extLst>
              <a:ext uri="{FF2B5EF4-FFF2-40B4-BE49-F238E27FC236}">
                <a16:creationId xmlns:a16="http://schemas.microsoft.com/office/drawing/2014/main" id="{EDC1874D-1262-F458-A13C-10B42CEFA4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8C51B7-E01A-5454-7F25-B24C6F7D6396}"/>
              </a:ext>
            </a:extLst>
          </p:cNvPr>
          <p:cNvSpPr>
            <a:spLocks noGrp="1"/>
          </p:cNvSpPr>
          <p:nvPr>
            <p:ph type="sldNum" sz="quarter" idx="12"/>
          </p:nvPr>
        </p:nvSpPr>
        <p:spPr/>
        <p:txBody>
          <a:bodyPr/>
          <a:lstStyle/>
          <a:p>
            <a:fld id="{3FE5B538-B59D-40BE-A71D-808D1A583C60}" type="slidenum">
              <a:rPr lang="en-US" smtClean="0"/>
              <a:t>‹#›</a:t>
            </a:fld>
            <a:endParaRPr lang="en-US"/>
          </a:p>
        </p:txBody>
      </p:sp>
    </p:spTree>
    <p:extLst>
      <p:ext uri="{BB962C8B-B14F-4D97-AF65-F5344CB8AC3E}">
        <p14:creationId xmlns:p14="http://schemas.microsoft.com/office/powerpoint/2010/main" val="2107285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3B2B9-E636-653F-6D61-081F93F6AA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88A6FD3-0BF8-1481-A6C5-4AD05BD99D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735434F-27F5-FC6E-6851-91167A377E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DC0108-1468-8777-BADF-FCCA595C033A}"/>
              </a:ext>
            </a:extLst>
          </p:cNvPr>
          <p:cNvSpPr>
            <a:spLocks noGrp="1"/>
          </p:cNvSpPr>
          <p:nvPr>
            <p:ph type="dt" sz="half" idx="10"/>
          </p:nvPr>
        </p:nvSpPr>
        <p:spPr/>
        <p:txBody>
          <a:bodyPr/>
          <a:lstStyle/>
          <a:p>
            <a:fld id="{E405CF91-A7C1-47F6-886B-9E8209CA9E7C}" type="datetime1">
              <a:rPr lang="en-US" smtClean="0"/>
              <a:t>4/26/2023</a:t>
            </a:fld>
            <a:endParaRPr lang="en-US"/>
          </a:p>
        </p:txBody>
      </p:sp>
      <p:sp>
        <p:nvSpPr>
          <p:cNvPr id="6" name="Footer Placeholder 5">
            <a:extLst>
              <a:ext uri="{FF2B5EF4-FFF2-40B4-BE49-F238E27FC236}">
                <a16:creationId xmlns:a16="http://schemas.microsoft.com/office/drawing/2014/main" id="{42900524-C4BE-3765-8A6B-B0468695CC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321122-FA77-4CD8-A9F7-808A573C7912}"/>
              </a:ext>
            </a:extLst>
          </p:cNvPr>
          <p:cNvSpPr>
            <a:spLocks noGrp="1"/>
          </p:cNvSpPr>
          <p:nvPr>
            <p:ph type="sldNum" sz="quarter" idx="12"/>
          </p:nvPr>
        </p:nvSpPr>
        <p:spPr/>
        <p:txBody>
          <a:bodyPr/>
          <a:lstStyle/>
          <a:p>
            <a:fld id="{3FE5B538-B59D-40BE-A71D-808D1A583C60}" type="slidenum">
              <a:rPr lang="en-US" smtClean="0"/>
              <a:t>‹#›</a:t>
            </a:fld>
            <a:endParaRPr lang="en-US"/>
          </a:p>
        </p:txBody>
      </p:sp>
    </p:spTree>
    <p:extLst>
      <p:ext uri="{BB962C8B-B14F-4D97-AF65-F5344CB8AC3E}">
        <p14:creationId xmlns:p14="http://schemas.microsoft.com/office/powerpoint/2010/main" val="13369378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C8012-0BA6-7963-4257-EB5AC164262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355EA36-6A54-10C4-D588-EC622B479A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9B5656-462C-49AC-93AB-17970C2E9EB4}"/>
              </a:ext>
            </a:extLst>
          </p:cNvPr>
          <p:cNvSpPr>
            <a:spLocks noGrp="1"/>
          </p:cNvSpPr>
          <p:nvPr>
            <p:ph type="dt" sz="half" idx="10"/>
          </p:nvPr>
        </p:nvSpPr>
        <p:spPr/>
        <p:txBody>
          <a:bodyPr/>
          <a:lstStyle/>
          <a:p>
            <a:fld id="{6DF1D984-3EC5-48C3-B2BF-F67012460C5F}" type="datetime1">
              <a:rPr lang="en-US" smtClean="0"/>
              <a:t>4/26/2023</a:t>
            </a:fld>
            <a:endParaRPr lang="en-US"/>
          </a:p>
        </p:txBody>
      </p:sp>
      <p:sp>
        <p:nvSpPr>
          <p:cNvPr id="5" name="Footer Placeholder 4">
            <a:extLst>
              <a:ext uri="{FF2B5EF4-FFF2-40B4-BE49-F238E27FC236}">
                <a16:creationId xmlns:a16="http://schemas.microsoft.com/office/drawing/2014/main" id="{1F363165-A9FA-25E7-BDD5-5C1F2F3378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A41D12-F514-76F5-9B5F-0E8E6AD4AEE3}"/>
              </a:ext>
            </a:extLst>
          </p:cNvPr>
          <p:cNvSpPr>
            <a:spLocks noGrp="1"/>
          </p:cNvSpPr>
          <p:nvPr>
            <p:ph type="sldNum" sz="quarter" idx="12"/>
          </p:nvPr>
        </p:nvSpPr>
        <p:spPr/>
        <p:txBody>
          <a:bodyPr/>
          <a:lstStyle/>
          <a:p>
            <a:fld id="{3FE5B538-B59D-40BE-A71D-808D1A583C60}" type="slidenum">
              <a:rPr lang="en-US" smtClean="0"/>
              <a:t>‹#›</a:t>
            </a:fld>
            <a:endParaRPr lang="en-US"/>
          </a:p>
        </p:txBody>
      </p:sp>
    </p:spTree>
    <p:extLst>
      <p:ext uri="{BB962C8B-B14F-4D97-AF65-F5344CB8AC3E}">
        <p14:creationId xmlns:p14="http://schemas.microsoft.com/office/powerpoint/2010/main" val="22276292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4CA5C2-B023-B862-D83B-FB34EED0365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4C943EE-86CA-F32C-5276-FA648CE6B2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811FCF-6083-FB8F-86FD-3AB92F191E84}"/>
              </a:ext>
            </a:extLst>
          </p:cNvPr>
          <p:cNvSpPr>
            <a:spLocks noGrp="1"/>
          </p:cNvSpPr>
          <p:nvPr>
            <p:ph type="dt" sz="half" idx="10"/>
          </p:nvPr>
        </p:nvSpPr>
        <p:spPr/>
        <p:txBody>
          <a:bodyPr/>
          <a:lstStyle/>
          <a:p>
            <a:fld id="{9697B614-E20E-49D6-969D-0F733D373B69}" type="datetime1">
              <a:rPr lang="en-US" smtClean="0"/>
              <a:t>4/26/2023</a:t>
            </a:fld>
            <a:endParaRPr lang="en-US"/>
          </a:p>
        </p:txBody>
      </p:sp>
      <p:sp>
        <p:nvSpPr>
          <p:cNvPr id="5" name="Footer Placeholder 4">
            <a:extLst>
              <a:ext uri="{FF2B5EF4-FFF2-40B4-BE49-F238E27FC236}">
                <a16:creationId xmlns:a16="http://schemas.microsoft.com/office/drawing/2014/main" id="{E190D6C3-BD3F-BEB4-AC35-190CF57463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F859CE-1EE2-2413-5926-A31E2529D5DD}"/>
              </a:ext>
            </a:extLst>
          </p:cNvPr>
          <p:cNvSpPr>
            <a:spLocks noGrp="1"/>
          </p:cNvSpPr>
          <p:nvPr>
            <p:ph type="sldNum" sz="quarter" idx="12"/>
          </p:nvPr>
        </p:nvSpPr>
        <p:spPr/>
        <p:txBody>
          <a:bodyPr/>
          <a:lstStyle/>
          <a:p>
            <a:fld id="{3FE5B538-B59D-40BE-A71D-808D1A583C60}" type="slidenum">
              <a:rPr lang="en-US" smtClean="0"/>
              <a:t>‹#›</a:t>
            </a:fld>
            <a:endParaRPr lang="en-US"/>
          </a:p>
        </p:txBody>
      </p:sp>
    </p:spTree>
    <p:extLst>
      <p:ext uri="{BB962C8B-B14F-4D97-AF65-F5344CB8AC3E}">
        <p14:creationId xmlns:p14="http://schemas.microsoft.com/office/powerpoint/2010/main" val="3296423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978265-644F-B76D-05A5-B65FA12733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A256901-B28B-D58F-E19E-9479373D1A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01BFCE-3453-545F-8735-1A3C7E8A26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F83ACE-CCB7-4256-8B11-BBA06764713F}" type="datetime1">
              <a:rPr lang="en-US" smtClean="0"/>
              <a:t>4/26/2023</a:t>
            </a:fld>
            <a:endParaRPr lang="en-US"/>
          </a:p>
        </p:txBody>
      </p:sp>
      <p:sp>
        <p:nvSpPr>
          <p:cNvPr id="5" name="Footer Placeholder 4">
            <a:extLst>
              <a:ext uri="{FF2B5EF4-FFF2-40B4-BE49-F238E27FC236}">
                <a16:creationId xmlns:a16="http://schemas.microsoft.com/office/drawing/2014/main" id="{F72D1AAD-40B7-BDE4-724E-97B91A330E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506E292-C68D-A782-B260-24462FACA9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E5B538-B59D-40BE-A71D-808D1A583C60}" type="slidenum">
              <a:rPr lang="en-US" smtClean="0"/>
              <a:t>‹#›</a:t>
            </a:fld>
            <a:endParaRPr lang="en-US"/>
          </a:p>
        </p:txBody>
      </p:sp>
    </p:spTree>
    <p:extLst>
      <p:ext uri="{BB962C8B-B14F-4D97-AF65-F5344CB8AC3E}">
        <p14:creationId xmlns:p14="http://schemas.microsoft.com/office/powerpoint/2010/main" val="2271460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png"/><Relationship Id="rId7" Type="http://schemas.openxmlformats.org/officeDocument/2006/relationships/diagramColors" Target="../diagrams/colors1.xml"/><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3">
            <a:extLst>
              <a:ext uri="{FF2B5EF4-FFF2-40B4-BE49-F238E27FC236}">
                <a16:creationId xmlns:a16="http://schemas.microsoft.com/office/drawing/2014/main" id="{ACD80261-E972-3BB6-6D3D-30DE1DE49B2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073" t="-2881" r="14427" b="-1"/>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6BC40EBF-45F0-1B90-3EC4-8372A3FBA795}"/>
              </a:ext>
            </a:extLst>
          </p:cNvPr>
          <p:cNvSpPr>
            <a:spLocks noGrp="1"/>
          </p:cNvSpPr>
          <p:nvPr>
            <p:ph type="ctrTitle"/>
          </p:nvPr>
        </p:nvSpPr>
        <p:spPr>
          <a:xfrm>
            <a:off x="479571" y="809280"/>
            <a:ext cx="11232858" cy="2387600"/>
          </a:xfrm>
        </p:spPr>
        <p:txBody>
          <a:bodyPr>
            <a:normAutofit/>
          </a:bodyPr>
          <a:lstStyle/>
          <a:p>
            <a:r>
              <a:rPr lang="en-US" sz="4400" dirty="0">
                <a:latin typeface="Malgun Gothic" panose="020B0503020000020004" pitchFamily="34" charset="-127"/>
                <a:ea typeface="Malgun Gothic" panose="020B0503020000020004" pitchFamily="34" charset="-127"/>
              </a:rPr>
              <a:t> API Development for Forecasting Solar Power Generation Using Weather Data</a:t>
            </a:r>
          </a:p>
        </p:txBody>
      </p:sp>
      <p:sp>
        <p:nvSpPr>
          <p:cNvPr id="3" name="Subtitle 2">
            <a:extLst>
              <a:ext uri="{FF2B5EF4-FFF2-40B4-BE49-F238E27FC236}">
                <a16:creationId xmlns:a16="http://schemas.microsoft.com/office/drawing/2014/main" id="{1CF3A180-139B-C0C1-37AA-9EB2155EC869}"/>
              </a:ext>
            </a:extLst>
          </p:cNvPr>
          <p:cNvSpPr>
            <a:spLocks noGrp="1"/>
          </p:cNvSpPr>
          <p:nvPr>
            <p:ph type="subTitle" idx="1"/>
          </p:nvPr>
        </p:nvSpPr>
        <p:spPr>
          <a:xfrm>
            <a:off x="1705769" y="3602683"/>
            <a:ext cx="9144000" cy="1687774"/>
          </a:xfrm>
        </p:spPr>
        <p:txBody>
          <a:bodyPr>
            <a:normAutofit fontScale="85000" lnSpcReduction="20000"/>
          </a:bodyPr>
          <a:lstStyle/>
          <a:p>
            <a:pPr>
              <a:lnSpc>
                <a:spcPct val="120000"/>
              </a:lnSpc>
            </a:pPr>
            <a:r>
              <a:rPr lang="en-US" dirty="0"/>
              <a:t>Presented by :</a:t>
            </a:r>
          </a:p>
          <a:p>
            <a:pPr>
              <a:lnSpc>
                <a:spcPct val="120000"/>
              </a:lnSpc>
            </a:pPr>
            <a:r>
              <a:rPr lang="en-US" dirty="0"/>
              <a:t>Muhammad Miftah Faridh</a:t>
            </a:r>
          </a:p>
          <a:p>
            <a:pPr>
              <a:lnSpc>
                <a:spcPct val="120000"/>
              </a:lnSpc>
            </a:pPr>
            <a:r>
              <a:rPr lang="en-US" dirty="0"/>
              <a:t>Department of Electronics Engineering</a:t>
            </a:r>
          </a:p>
          <a:p>
            <a:r>
              <a:rPr lang="en-US" dirty="0" err="1"/>
              <a:t>Kookmin</a:t>
            </a:r>
            <a:r>
              <a:rPr lang="en-US" dirty="0"/>
              <a:t> University</a:t>
            </a:r>
          </a:p>
        </p:txBody>
      </p:sp>
      <p:pic>
        <p:nvPicPr>
          <p:cNvPr id="4" name="Picture 7" descr="A picture containing food&#10;&#10;Description automatically generated">
            <a:extLst>
              <a:ext uri="{FF2B5EF4-FFF2-40B4-BE49-F238E27FC236}">
                <a16:creationId xmlns:a16="http://schemas.microsoft.com/office/drawing/2014/main" id="{966BAA16-4A80-8687-678C-46B7AC28A79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9727" t="7974" r="12192" b="11621"/>
          <a:stretch>
            <a:fillRect/>
          </a:stretch>
        </p:blipFill>
        <p:spPr bwMode="auto">
          <a:xfrm>
            <a:off x="10849769" y="175450"/>
            <a:ext cx="1008062"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그림 11">
            <a:extLst>
              <a:ext uri="{FF2B5EF4-FFF2-40B4-BE49-F238E27FC236}">
                <a16:creationId xmlns:a16="http://schemas.microsoft.com/office/drawing/2014/main" id="{53FD7E8C-9A0E-9EB7-F397-0BE8D62612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4921" y="347367"/>
            <a:ext cx="2098725" cy="384766"/>
          </a:xfrm>
          <a:prstGeom prst="rect">
            <a:avLst/>
          </a:prstGeom>
        </p:spPr>
      </p:pic>
      <p:sp>
        <p:nvSpPr>
          <p:cNvPr id="6" name="Slide Number Placeholder 5">
            <a:extLst>
              <a:ext uri="{FF2B5EF4-FFF2-40B4-BE49-F238E27FC236}">
                <a16:creationId xmlns:a16="http://schemas.microsoft.com/office/drawing/2014/main" id="{D15BAEB4-EBAD-ACF2-EFCD-7577B77987E2}"/>
              </a:ext>
            </a:extLst>
          </p:cNvPr>
          <p:cNvSpPr>
            <a:spLocks noGrp="1"/>
          </p:cNvSpPr>
          <p:nvPr>
            <p:ph type="sldNum" sz="quarter" idx="12"/>
          </p:nvPr>
        </p:nvSpPr>
        <p:spPr/>
        <p:txBody>
          <a:bodyPr/>
          <a:lstStyle/>
          <a:p>
            <a:fld id="{3FE5B538-B59D-40BE-A71D-808D1A583C60}" type="slidenum">
              <a:rPr lang="en-US" smtClean="0"/>
              <a:t>1</a:t>
            </a:fld>
            <a:endParaRPr lang="en-US"/>
          </a:p>
        </p:txBody>
      </p:sp>
      <p:sp>
        <p:nvSpPr>
          <p:cNvPr id="9" name="TextBox 8">
            <a:extLst>
              <a:ext uri="{FF2B5EF4-FFF2-40B4-BE49-F238E27FC236}">
                <a16:creationId xmlns:a16="http://schemas.microsoft.com/office/drawing/2014/main" id="{69AAA216-D282-364E-AE13-B092CDAE937D}"/>
              </a:ext>
            </a:extLst>
          </p:cNvPr>
          <p:cNvSpPr txBox="1"/>
          <p:nvPr/>
        </p:nvSpPr>
        <p:spPr>
          <a:xfrm>
            <a:off x="2856513" y="3196880"/>
            <a:ext cx="7055238" cy="369332"/>
          </a:xfrm>
          <a:prstGeom prst="rect">
            <a:avLst/>
          </a:prstGeom>
          <a:noFill/>
        </p:spPr>
        <p:txBody>
          <a:bodyPr wrap="square">
            <a:spAutoFit/>
          </a:bodyPr>
          <a:lstStyle/>
          <a:p>
            <a:r>
              <a:rPr lang="en-US" dirty="0"/>
              <a:t>THE 33rd JOINT CONFERENCE ON COMMUNICATIONS AND INFORMATION</a:t>
            </a:r>
          </a:p>
        </p:txBody>
      </p:sp>
    </p:spTree>
    <p:extLst>
      <p:ext uri="{BB962C8B-B14F-4D97-AF65-F5344CB8AC3E}">
        <p14:creationId xmlns:p14="http://schemas.microsoft.com/office/powerpoint/2010/main" val="84895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4032270-652E-8F89-BCD5-6E374684740E}"/>
              </a:ext>
            </a:extLst>
          </p:cNvPr>
          <p:cNvSpPr>
            <a:spLocks noGrp="1"/>
          </p:cNvSpPr>
          <p:nvPr>
            <p:ph type="sldNum" sz="quarter" idx="12"/>
          </p:nvPr>
        </p:nvSpPr>
        <p:spPr/>
        <p:txBody>
          <a:bodyPr/>
          <a:lstStyle/>
          <a:p>
            <a:fld id="{3FE5B538-B59D-40BE-A71D-808D1A583C60}" type="slidenum">
              <a:rPr lang="en-US" smtClean="0"/>
              <a:t>2</a:t>
            </a:fld>
            <a:endParaRPr lang="en-US"/>
          </a:p>
        </p:txBody>
      </p:sp>
      <p:pic>
        <p:nvPicPr>
          <p:cNvPr id="7" name="그림 6" descr="텍스트이(가) 표시된 사진&#10;&#10;자동 생성된 설명">
            <a:extLst>
              <a:ext uri="{FF2B5EF4-FFF2-40B4-BE49-F238E27FC236}">
                <a16:creationId xmlns:a16="http://schemas.microsoft.com/office/drawing/2014/main" id="{EE072EEA-A436-CDCD-1DE8-6BB9196A1D8A}"/>
              </a:ext>
            </a:extLst>
          </p:cNvPr>
          <p:cNvPicPr>
            <a:picLocks noChangeAspect="1"/>
          </p:cNvPicPr>
          <p:nvPr/>
        </p:nvPicPr>
        <p:blipFill rotWithShape="1">
          <a:blip r:embed="rId2">
            <a:extLst>
              <a:ext uri="{28A0092B-C50C-407E-A947-70E740481C1C}">
                <a14:useLocalDpi xmlns:a14="http://schemas.microsoft.com/office/drawing/2010/main" val="0"/>
              </a:ext>
            </a:extLst>
          </a:blip>
          <a:srcRect l="1921" b="3673"/>
          <a:stretch/>
        </p:blipFill>
        <p:spPr>
          <a:xfrm>
            <a:off x="320811" y="6158506"/>
            <a:ext cx="2477151" cy="562969"/>
          </a:xfrm>
          <a:prstGeom prst="rect">
            <a:avLst/>
          </a:prstGeom>
        </p:spPr>
      </p:pic>
      <p:sp>
        <p:nvSpPr>
          <p:cNvPr id="9" name="Title 1">
            <a:extLst>
              <a:ext uri="{FF2B5EF4-FFF2-40B4-BE49-F238E27FC236}">
                <a16:creationId xmlns:a16="http://schemas.microsoft.com/office/drawing/2014/main" id="{A988B72B-CFD9-C6E5-17F3-06E3278727B7}"/>
              </a:ext>
            </a:extLst>
          </p:cNvPr>
          <p:cNvSpPr txBox="1">
            <a:spLocks/>
          </p:cNvSpPr>
          <p:nvPr/>
        </p:nvSpPr>
        <p:spPr bwMode="auto">
          <a:xfrm>
            <a:off x="1064437" y="19956"/>
            <a:ext cx="9144000" cy="72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latinLnBrk="1" hangingPunct="0">
              <a:spcBef>
                <a:spcPct val="0"/>
              </a:spcBef>
              <a:spcAft>
                <a:spcPct val="0"/>
              </a:spcAft>
              <a:defRPr kumimoji="1" sz="2800" b="1">
                <a:solidFill>
                  <a:srgbClr val="0000FF"/>
                </a:solidFill>
                <a:latin typeface="+mj-lt"/>
                <a:ea typeface="+mj-ea"/>
                <a:cs typeface="+mj-cs"/>
              </a:defRPr>
            </a:lvl1pPr>
            <a:lvl2pPr algn="l" rtl="0" eaLnBrk="0" fontAlgn="base" latinLnBrk="1" hangingPunct="0">
              <a:spcBef>
                <a:spcPct val="0"/>
              </a:spcBef>
              <a:spcAft>
                <a:spcPct val="0"/>
              </a:spcAft>
              <a:defRPr kumimoji="1" sz="2800" b="1">
                <a:solidFill>
                  <a:srgbClr val="0000FF"/>
                </a:solidFill>
                <a:latin typeface="굴림" charset="-127"/>
                <a:ea typeface="굴림" charset="-127"/>
              </a:defRPr>
            </a:lvl2pPr>
            <a:lvl3pPr algn="l" rtl="0" eaLnBrk="0" fontAlgn="base" latinLnBrk="1" hangingPunct="0">
              <a:spcBef>
                <a:spcPct val="0"/>
              </a:spcBef>
              <a:spcAft>
                <a:spcPct val="0"/>
              </a:spcAft>
              <a:defRPr kumimoji="1" sz="2800" b="1">
                <a:solidFill>
                  <a:srgbClr val="0000FF"/>
                </a:solidFill>
                <a:latin typeface="굴림" charset="-127"/>
                <a:ea typeface="굴림" charset="-127"/>
              </a:defRPr>
            </a:lvl3pPr>
            <a:lvl4pPr algn="l" rtl="0" eaLnBrk="0" fontAlgn="base" latinLnBrk="1" hangingPunct="0">
              <a:spcBef>
                <a:spcPct val="0"/>
              </a:spcBef>
              <a:spcAft>
                <a:spcPct val="0"/>
              </a:spcAft>
              <a:defRPr kumimoji="1" sz="2800" b="1">
                <a:solidFill>
                  <a:srgbClr val="0000FF"/>
                </a:solidFill>
                <a:latin typeface="굴림" charset="-127"/>
                <a:ea typeface="굴림" charset="-127"/>
              </a:defRPr>
            </a:lvl4pPr>
            <a:lvl5pPr algn="l" rtl="0" eaLnBrk="0" fontAlgn="base" latinLnBrk="1" hangingPunct="0">
              <a:spcBef>
                <a:spcPct val="0"/>
              </a:spcBef>
              <a:spcAft>
                <a:spcPct val="0"/>
              </a:spcAft>
              <a:defRPr kumimoji="1" sz="2800" b="1">
                <a:solidFill>
                  <a:srgbClr val="0000FF"/>
                </a:solidFill>
                <a:latin typeface="굴림" charset="-127"/>
                <a:ea typeface="굴림" charset="-127"/>
              </a:defRPr>
            </a:lvl5pPr>
            <a:lvl6pPr marL="457200" algn="l" rtl="0" eaLnBrk="0" fontAlgn="base" latinLnBrk="1" hangingPunct="0">
              <a:spcBef>
                <a:spcPct val="0"/>
              </a:spcBef>
              <a:spcAft>
                <a:spcPct val="0"/>
              </a:spcAft>
              <a:defRPr kumimoji="1" sz="2800" b="1">
                <a:solidFill>
                  <a:srgbClr val="0000FF"/>
                </a:solidFill>
                <a:latin typeface="굴림" charset="-127"/>
                <a:ea typeface="굴림" charset="-127"/>
              </a:defRPr>
            </a:lvl6pPr>
            <a:lvl7pPr marL="914400" algn="l" rtl="0" eaLnBrk="0" fontAlgn="base" latinLnBrk="1" hangingPunct="0">
              <a:spcBef>
                <a:spcPct val="0"/>
              </a:spcBef>
              <a:spcAft>
                <a:spcPct val="0"/>
              </a:spcAft>
              <a:defRPr kumimoji="1" sz="2800" b="1">
                <a:solidFill>
                  <a:srgbClr val="0000FF"/>
                </a:solidFill>
                <a:latin typeface="굴림" charset="-127"/>
                <a:ea typeface="굴림" charset="-127"/>
              </a:defRPr>
            </a:lvl7pPr>
            <a:lvl8pPr marL="1371600" algn="l" rtl="0" eaLnBrk="0" fontAlgn="base" latinLnBrk="1" hangingPunct="0">
              <a:spcBef>
                <a:spcPct val="0"/>
              </a:spcBef>
              <a:spcAft>
                <a:spcPct val="0"/>
              </a:spcAft>
              <a:defRPr kumimoji="1" sz="2800" b="1">
                <a:solidFill>
                  <a:srgbClr val="0000FF"/>
                </a:solidFill>
                <a:latin typeface="굴림" charset="-127"/>
                <a:ea typeface="굴림" charset="-127"/>
              </a:defRPr>
            </a:lvl8pPr>
            <a:lvl9pPr marL="1828800" algn="l" rtl="0" eaLnBrk="0" fontAlgn="base" latinLnBrk="1" hangingPunct="0">
              <a:spcBef>
                <a:spcPct val="0"/>
              </a:spcBef>
              <a:spcAft>
                <a:spcPct val="0"/>
              </a:spcAft>
              <a:defRPr kumimoji="1" sz="2800" b="1">
                <a:solidFill>
                  <a:srgbClr val="0000FF"/>
                </a:solidFill>
                <a:latin typeface="굴림" charset="-127"/>
                <a:ea typeface="굴림" charset="-127"/>
              </a:defRPr>
            </a:lvl9pPr>
          </a:lstStyle>
          <a:p>
            <a:pPr algn="ctr"/>
            <a:r>
              <a:rPr lang="en-US" sz="4800" dirty="0"/>
              <a:t>Outline</a:t>
            </a:r>
            <a:endParaRPr lang="en-US" sz="3200" kern="0" dirty="0"/>
          </a:p>
        </p:txBody>
      </p:sp>
      <p:cxnSp>
        <p:nvCxnSpPr>
          <p:cNvPr id="10" name="Straight Connector 9">
            <a:extLst>
              <a:ext uri="{FF2B5EF4-FFF2-40B4-BE49-F238E27FC236}">
                <a16:creationId xmlns:a16="http://schemas.microsoft.com/office/drawing/2014/main" id="{4B158036-4C83-1081-4A67-08F4FDF4CFF9}"/>
              </a:ext>
            </a:extLst>
          </p:cNvPr>
          <p:cNvCxnSpPr/>
          <p:nvPr/>
        </p:nvCxnSpPr>
        <p:spPr>
          <a:xfrm>
            <a:off x="411061" y="5989739"/>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03F8C94-EB23-2C83-06F8-E64215DF4CD9}"/>
              </a:ext>
            </a:extLst>
          </p:cNvPr>
          <p:cNvCxnSpPr/>
          <p:nvPr/>
        </p:nvCxnSpPr>
        <p:spPr>
          <a:xfrm>
            <a:off x="411060" y="857075"/>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40F0FD8E-6A51-00E4-770C-D39CFFAAFA7A}"/>
              </a:ext>
            </a:extLst>
          </p:cNvPr>
          <p:cNvSpPr txBox="1">
            <a:spLocks/>
          </p:cNvSpPr>
          <p:nvPr/>
        </p:nvSpPr>
        <p:spPr>
          <a:xfrm>
            <a:off x="838199" y="1286805"/>
            <a:ext cx="10515600" cy="42843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r>
              <a:rPr lang="en-US" sz="4000" dirty="0">
                <a:latin typeface="+mj-lt"/>
              </a:rPr>
              <a:t>General Overview</a:t>
            </a:r>
          </a:p>
          <a:p>
            <a:pPr>
              <a:buFont typeface="Wingdings" panose="05000000000000000000" pitchFamily="2" charset="2"/>
              <a:buChar char="q"/>
            </a:pPr>
            <a:r>
              <a:rPr lang="en-US" sz="4000" dirty="0">
                <a:latin typeface="+mj-lt"/>
              </a:rPr>
              <a:t>Motivation &amp; Contribution</a:t>
            </a:r>
          </a:p>
          <a:p>
            <a:pPr>
              <a:buFont typeface="Wingdings" panose="05000000000000000000" pitchFamily="2" charset="2"/>
              <a:buChar char="q"/>
            </a:pPr>
            <a:r>
              <a:rPr lang="en-US" sz="4000" dirty="0">
                <a:latin typeface="+mj-lt"/>
              </a:rPr>
              <a:t>Methodology</a:t>
            </a:r>
          </a:p>
          <a:p>
            <a:pPr>
              <a:buFont typeface="Wingdings" panose="05000000000000000000" pitchFamily="2" charset="2"/>
              <a:buChar char="q"/>
            </a:pPr>
            <a:r>
              <a:rPr lang="en-US" sz="4000" dirty="0">
                <a:latin typeface="+mj-lt"/>
              </a:rPr>
              <a:t>System Overview</a:t>
            </a:r>
          </a:p>
          <a:p>
            <a:pPr>
              <a:buFont typeface="Wingdings" panose="05000000000000000000" pitchFamily="2" charset="2"/>
              <a:buChar char="q"/>
            </a:pPr>
            <a:r>
              <a:rPr lang="en-US" sz="4000" dirty="0">
                <a:latin typeface="+mj-lt"/>
              </a:rPr>
              <a:t>Result &amp; Discussion</a:t>
            </a:r>
          </a:p>
          <a:p>
            <a:pPr>
              <a:buFont typeface="Wingdings" panose="05000000000000000000" pitchFamily="2" charset="2"/>
              <a:buChar char="q"/>
            </a:pPr>
            <a:r>
              <a:rPr lang="en-US" sz="4000" dirty="0">
                <a:latin typeface="+mj-lt"/>
              </a:rPr>
              <a:t>Conclusion</a:t>
            </a:r>
            <a:endParaRPr lang="en-US" sz="4000" dirty="0"/>
          </a:p>
        </p:txBody>
      </p:sp>
    </p:spTree>
    <p:extLst>
      <p:ext uri="{BB962C8B-B14F-4D97-AF65-F5344CB8AC3E}">
        <p14:creationId xmlns:p14="http://schemas.microsoft.com/office/powerpoint/2010/main" val="4079416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4" descr="What's The Carbon Footprint of Solar Panels? | The Eco Experts">
            <a:extLst>
              <a:ext uri="{FF2B5EF4-FFF2-40B4-BE49-F238E27FC236}">
                <a16:creationId xmlns:a16="http://schemas.microsoft.com/office/drawing/2014/main" id="{9725EA81-3B82-1E64-66B9-EDD884941C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06691" y="3353167"/>
            <a:ext cx="3503574" cy="196312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6" name="그림 6" descr="텍스트이(가) 표시된 사진&#10;&#10;자동 생성된 설명">
            <a:extLst>
              <a:ext uri="{FF2B5EF4-FFF2-40B4-BE49-F238E27FC236}">
                <a16:creationId xmlns:a16="http://schemas.microsoft.com/office/drawing/2014/main" id="{45214CF7-D58F-AEC6-57CC-4EE424A29F95}"/>
              </a:ext>
            </a:extLst>
          </p:cNvPr>
          <p:cNvPicPr>
            <a:picLocks noChangeAspect="1"/>
          </p:cNvPicPr>
          <p:nvPr/>
        </p:nvPicPr>
        <p:blipFill rotWithShape="1">
          <a:blip r:embed="rId3">
            <a:extLst>
              <a:ext uri="{28A0092B-C50C-407E-A947-70E740481C1C}">
                <a14:useLocalDpi xmlns:a14="http://schemas.microsoft.com/office/drawing/2010/main" val="0"/>
              </a:ext>
            </a:extLst>
          </a:blip>
          <a:srcRect l="1921" b="3673"/>
          <a:stretch/>
        </p:blipFill>
        <p:spPr>
          <a:xfrm>
            <a:off x="320811" y="6158506"/>
            <a:ext cx="2477151" cy="562969"/>
          </a:xfrm>
          <a:prstGeom prst="rect">
            <a:avLst/>
          </a:prstGeom>
        </p:spPr>
      </p:pic>
      <p:sp>
        <p:nvSpPr>
          <p:cNvPr id="7" name="Slide Number Placeholder 6">
            <a:extLst>
              <a:ext uri="{FF2B5EF4-FFF2-40B4-BE49-F238E27FC236}">
                <a16:creationId xmlns:a16="http://schemas.microsoft.com/office/drawing/2014/main" id="{359F3FE1-8AB0-46F7-A9C7-5D5B4ABCA707}"/>
              </a:ext>
            </a:extLst>
          </p:cNvPr>
          <p:cNvSpPr>
            <a:spLocks noGrp="1"/>
          </p:cNvSpPr>
          <p:nvPr>
            <p:ph type="sldNum" sz="quarter" idx="12"/>
          </p:nvPr>
        </p:nvSpPr>
        <p:spPr/>
        <p:txBody>
          <a:bodyPr/>
          <a:lstStyle/>
          <a:p>
            <a:fld id="{3FE5B538-B59D-40BE-A71D-808D1A583C60}" type="slidenum">
              <a:rPr lang="en-US" smtClean="0"/>
              <a:t>3</a:t>
            </a:fld>
            <a:endParaRPr lang="en-US"/>
          </a:p>
        </p:txBody>
      </p:sp>
      <p:sp>
        <p:nvSpPr>
          <p:cNvPr id="10" name="Title 1">
            <a:extLst>
              <a:ext uri="{FF2B5EF4-FFF2-40B4-BE49-F238E27FC236}">
                <a16:creationId xmlns:a16="http://schemas.microsoft.com/office/drawing/2014/main" id="{A0601C0D-5A55-FB56-460E-1274B142D9CF}"/>
              </a:ext>
            </a:extLst>
          </p:cNvPr>
          <p:cNvSpPr txBox="1">
            <a:spLocks/>
          </p:cNvSpPr>
          <p:nvPr/>
        </p:nvSpPr>
        <p:spPr bwMode="auto">
          <a:xfrm>
            <a:off x="1064437" y="19956"/>
            <a:ext cx="9144000" cy="72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latinLnBrk="1" hangingPunct="0">
              <a:spcBef>
                <a:spcPct val="0"/>
              </a:spcBef>
              <a:spcAft>
                <a:spcPct val="0"/>
              </a:spcAft>
              <a:defRPr kumimoji="1" sz="2800" b="1">
                <a:solidFill>
                  <a:srgbClr val="0000FF"/>
                </a:solidFill>
                <a:latin typeface="+mj-lt"/>
                <a:ea typeface="+mj-ea"/>
                <a:cs typeface="+mj-cs"/>
              </a:defRPr>
            </a:lvl1pPr>
            <a:lvl2pPr algn="l" rtl="0" eaLnBrk="0" fontAlgn="base" latinLnBrk="1" hangingPunct="0">
              <a:spcBef>
                <a:spcPct val="0"/>
              </a:spcBef>
              <a:spcAft>
                <a:spcPct val="0"/>
              </a:spcAft>
              <a:defRPr kumimoji="1" sz="2800" b="1">
                <a:solidFill>
                  <a:srgbClr val="0000FF"/>
                </a:solidFill>
                <a:latin typeface="굴림" charset="-127"/>
                <a:ea typeface="굴림" charset="-127"/>
              </a:defRPr>
            </a:lvl2pPr>
            <a:lvl3pPr algn="l" rtl="0" eaLnBrk="0" fontAlgn="base" latinLnBrk="1" hangingPunct="0">
              <a:spcBef>
                <a:spcPct val="0"/>
              </a:spcBef>
              <a:spcAft>
                <a:spcPct val="0"/>
              </a:spcAft>
              <a:defRPr kumimoji="1" sz="2800" b="1">
                <a:solidFill>
                  <a:srgbClr val="0000FF"/>
                </a:solidFill>
                <a:latin typeface="굴림" charset="-127"/>
                <a:ea typeface="굴림" charset="-127"/>
              </a:defRPr>
            </a:lvl3pPr>
            <a:lvl4pPr algn="l" rtl="0" eaLnBrk="0" fontAlgn="base" latinLnBrk="1" hangingPunct="0">
              <a:spcBef>
                <a:spcPct val="0"/>
              </a:spcBef>
              <a:spcAft>
                <a:spcPct val="0"/>
              </a:spcAft>
              <a:defRPr kumimoji="1" sz="2800" b="1">
                <a:solidFill>
                  <a:srgbClr val="0000FF"/>
                </a:solidFill>
                <a:latin typeface="굴림" charset="-127"/>
                <a:ea typeface="굴림" charset="-127"/>
              </a:defRPr>
            </a:lvl4pPr>
            <a:lvl5pPr algn="l" rtl="0" eaLnBrk="0" fontAlgn="base" latinLnBrk="1" hangingPunct="0">
              <a:spcBef>
                <a:spcPct val="0"/>
              </a:spcBef>
              <a:spcAft>
                <a:spcPct val="0"/>
              </a:spcAft>
              <a:defRPr kumimoji="1" sz="2800" b="1">
                <a:solidFill>
                  <a:srgbClr val="0000FF"/>
                </a:solidFill>
                <a:latin typeface="굴림" charset="-127"/>
                <a:ea typeface="굴림" charset="-127"/>
              </a:defRPr>
            </a:lvl5pPr>
            <a:lvl6pPr marL="457200" algn="l" rtl="0" eaLnBrk="0" fontAlgn="base" latinLnBrk="1" hangingPunct="0">
              <a:spcBef>
                <a:spcPct val="0"/>
              </a:spcBef>
              <a:spcAft>
                <a:spcPct val="0"/>
              </a:spcAft>
              <a:defRPr kumimoji="1" sz="2800" b="1">
                <a:solidFill>
                  <a:srgbClr val="0000FF"/>
                </a:solidFill>
                <a:latin typeface="굴림" charset="-127"/>
                <a:ea typeface="굴림" charset="-127"/>
              </a:defRPr>
            </a:lvl6pPr>
            <a:lvl7pPr marL="914400" algn="l" rtl="0" eaLnBrk="0" fontAlgn="base" latinLnBrk="1" hangingPunct="0">
              <a:spcBef>
                <a:spcPct val="0"/>
              </a:spcBef>
              <a:spcAft>
                <a:spcPct val="0"/>
              </a:spcAft>
              <a:defRPr kumimoji="1" sz="2800" b="1">
                <a:solidFill>
                  <a:srgbClr val="0000FF"/>
                </a:solidFill>
                <a:latin typeface="굴림" charset="-127"/>
                <a:ea typeface="굴림" charset="-127"/>
              </a:defRPr>
            </a:lvl7pPr>
            <a:lvl8pPr marL="1371600" algn="l" rtl="0" eaLnBrk="0" fontAlgn="base" latinLnBrk="1" hangingPunct="0">
              <a:spcBef>
                <a:spcPct val="0"/>
              </a:spcBef>
              <a:spcAft>
                <a:spcPct val="0"/>
              </a:spcAft>
              <a:defRPr kumimoji="1" sz="2800" b="1">
                <a:solidFill>
                  <a:srgbClr val="0000FF"/>
                </a:solidFill>
                <a:latin typeface="굴림" charset="-127"/>
                <a:ea typeface="굴림" charset="-127"/>
              </a:defRPr>
            </a:lvl8pPr>
            <a:lvl9pPr marL="1828800" algn="l" rtl="0" eaLnBrk="0" fontAlgn="base" latinLnBrk="1" hangingPunct="0">
              <a:spcBef>
                <a:spcPct val="0"/>
              </a:spcBef>
              <a:spcAft>
                <a:spcPct val="0"/>
              </a:spcAft>
              <a:defRPr kumimoji="1" sz="2800" b="1">
                <a:solidFill>
                  <a:srgbClr val="0000FF"/>
                </a:solidFill>
                <a:latin typeface="굴림" charset="-127"/>
                <a:ea typeface="굴림" charset="-127"/>
              </a:defRPr>
            </a:lvl9pPr>
          </a:lstStyle>
          <a:p>
            <a:pPr algn="ctr"/>
            <a:r>
              <a:rPr lang="en-US" sz="3200" dirty="0"/>
              <a:t>General Overview</a:t>
            </a:r>
            <a:endParaRPr lang="en-US" sz="3200" kern="0" dirty="0"/>
          </a:p>
        </p:txBody>
      </p:sp>
      <p:cxnSp>
        <p:nvCxnSpPr>
          <p:cNvPr id="14" name="Straight Connector 13">
            <a:extLst>
              <a:ext uri="{FF2B5EF4-FFF2-40B4-BE49-F238E27FC236}">
                <a16:creationId xmlns:a16="http://schemas.microsoft.com/office/drawing/2014/main" id="{75442E69-7A67-A0F3-BAB6-459223062A07}"/>
              </a:ext>
            </a:extLst>
          </p:cNvPr>
          <p:cNvCxnSpPr/>
          <p:nvPr/>
        </p:nvCxnSpPr>
        <p:spPr>
          <a:xfrm>
            <a:off x="411061" y="5989739"/>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64A9301-FE3E-7724-8F8B-13403DD017E1}"/>
              </a:ext>
            </a:extLst>
          </p:cNvPr>
          <p:cNvCxnSpPr/>
          <p:nvPr/>
        </p:nvCxnSpPr>
        <p:spPr>
          <a:xfrm>
            <a:off x="411060" y="857075"/>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graphicFrame>
        <p:nvGraphicFramePr>
          <p:cNvPr id="1028" name="Content Placeholder 2">
            <a:extLst>
              <a:ext uri="{FF2B5EF4-FFF2-40B4-BE49-F238E27FC236}">
                <a16:creationId xmlns:a16="http://schemas.microsoft.com/office/drawing/2014/main" id="{883B0EB0-162D-B3CE-5418-FFFA9466710B}"/>
              </a:ext>
            </a:extLst>
          </p:cNvPr>
          <p:cNvGraphicFramePr>
            <a:graphicFrameLocks noGrp="1"/>
          </p:cNvGraphicFramePr>
          <p:nvPr>
            <p:ph idx="1"/>
            <p:extLst>
              <p:ext uri="{D42A27DB-BD31-4B8C-83A1-F6EECF244321}">
                <p14:modId xmlns:p14="http://schemas.microsoft.com/office/powerpoint/2010/main" val="2316145137"/>
              </p:ext>
            </p:extLst>
          </p:nvPr>
        </p:nvGraphicFramePr>
        <p:xfrm>
          <a:off x="411060" y="920512"/>
          <a:ext cx="8948168" cy="509638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26" name="Picture 2" descr="Energy crisis? What experts are saying as world faces historic energy-price  crunch - MarketWatch">
            <a:extLst>
              <a:ext uri="{FF2B5EF4-FFF2-40B4-BE49-F238E27FC236}">
                <a16:creationId xmlns:a16="http://schemas.microsoft.com/office/drawing/2014/main" id="{84231BA3-EE76-862A-221E-5927BCE86EB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72748" y="968260"/>
            <a:ext cx="3629923" cy="25253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5991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01DCAF-FCDF-0233-DD0D-967D2D3B02C2}"/>
              </a:ext>
            </a:extLst>
          </p:cNvPr>
          <p:cNvSpPr>
            <a:spLocks noGrp="1"/>
          </p:cNvSpPr>
          <p:nvPr>
            <p:ph idx="1"/>
          </p:nvPr>
        </p:nvSpPr>
        <p:spPr>
          <a:xfrm>
            <a:off x="411061" y="2949750"/>
            <a:ext cx="10942739" cy="3009230"/>
          </a:xfrm>
        </p:spPr>
        <p:txBody>
          <a:bodyPr>
            <a:normAutofit/>
          </a:bodyPr>
          <a:lstStyle/>
          <a:p>
            <a:endParaRPr lang="en-US" sz="1700" dirty="0"/>
          </a:p>
        </p:txBody>
      </p:sp>
      <p:sp>
        <p:nvSpPr>
          <p:cNvPr id="6" name="Slide Number Placeholder 5">
            <a:extLst>
              <a:ext uri="{FF2B5EF4-FFF2-40B4-BE49-F238E27FC236}">
                <a16:creationId xmlns:a16="http://schemas.microsoft.com/office/drawing/2014/main" id="{80C9BF49-6D4A-D1EF-ED8A-FC72E3B21251}"/>
              </a:ext>
            </a:extLst>
          </p:cNvPr>
          <p:cNvSpPr>
            <a:spLocks noGrp="1"/>
          </p:cNvSpPr>
          <p:nvPr>
            <p:ph type="sldNum" sz="quarter" idx="12"/>
          </p:nvPr>
        </p:nvSpPr>
        <p:spPr/>
        <p:txBody>
          <a:bodyPr/>
          <a:lstStyle/>
          <a:p>
            <a:fld id="{3FE5B538-B59D-40BE-A71D-808D1A583C60}" type="slidenum">
              <a:rPr lang="en-US" smtClean="0"/>
              <a:t>4</a:t>
            </a:fld>
            <a:endParaRPr lang="en-US"/>
          </a:p>
        </p:txBody>
      </p:sp>
      <p:pic>
        <p:nvPicPr>
          <p:cNvPr id="7" name="그림 6" descr="텍스트이(가) 표시된 사진&#10;&#10;자동 생성된 설명">
            <a:extLst>
              <a:ext uri="{FF2B5EF4-FFF2-40B4-BE49-F238E27FC236}">
                <a16:creationId xmlns:a16="http://schemas.microsoft.com/office/drawing/2014/main" id="{166FFC9E-A3CA-8CC5-F6EE-EC29B6CA04EB}"/>
              </a:ext>
            </a:extLst>
          </p:cNvPr>
          <p:cNvPicPr>
            <a:picLocks noChangeAspect="1"/>
          </p:cNvPicPr>
          <p:nvPr/>
        </p:nvPicPr>
        <p:blipFill rotWithShape="1">
          <a:blip r:embed="rId2">
            <a:extLst>
              <a:ext uri="{28A0092B-C50C-407E-A947-70E740481C1C}">
                <a14:useLocalDpi xmlns:a14="http://schemas.microsoft.com/office/drawing/2010/main" val="0"/>
              </a:ext>
            </a:extLst>
          </a:blip>
          <a:srcRect l="1921" b="3673"/>
          <a:stretch/>
        </p:blipFill>
        <p:spPr>
          <a:xfrm>
            <a:off x="320811" y="6158506"/>
            <a:ext cx="2477151" cy="562969"/>
          </a:xfrm>
          <a:prstGeom prst="rect">
            <a:avLst/>
          </a:prstGeom>
        </p:spPr>
      </p:pic>
      <p:sp>
        <p:nvSpPr>
          <p:cNvPr id="8" name="Title 1">
            <a:extLst>
              <a:ext uri="{FF2B5EF4-FFF2-40B4-BE49-F238E27FC236}">
                <a16:creationId xmlns:a16="http://schemas.microsoft.com/office/drawing/2014/main" id="{4BFC6CF1-D190-CFE6-75AB-09CBA4E356A3}"/>
              </a:ext>
            </a:extLst>
          </p:cNvPr>
          <p:cNvSpPr txBox="1">
            <a:spLocks/>
          </p:cNvSpPr>
          <p:nvPr/>
        </p:nvSpPr>
        <p:spPr bwMode="auto">
          <a:xfrm>
            <a:off x="951319" y="32031"/>
            <a:ext cx="10289362" cy="72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latinLnBrk="1" hangingPunct="0">
              <a:spcBef>
                <a:spcPct val="0"/>
              </a:spcBef>
              <a:spcAft>
                <a:spcPct val="0"/>
              </a:spcAft>
              <a:defRPr kumimoji="1" sz="2800" b="1">
                <a:solidFill>
                  <a:srgbClr val="0000FF"/>
                </a:solidFill>
                <a:latin typeface="+mj-lt"/>
                <a:ea typeface="+mj-ea"/>
                <a:cs typeface="+mj-cs"/>
              </a:defRPr>
            </a:lvl1pPr>
            <a:lvl2pPr algn="l" rtl="0" eaLnBrk="0" fontAlgn="base" latinLnBrk="1" hangingPunct="0">
              <a:spcBef>
                <a:spcPct val="0"/>
              </a:spcBef>
              <a:spcAft>
                <a:spcPct val="0"/>
              </a:spcAft>
              <a:defRPr kumimoji="1" sz="2800" b="1">
                <a:solidFill>
                  <a:srgbClr val="0000FF"/>
                </a:solidFill>
                <a:latin typeface="굴림" charset="-127"/>
                <a:ea typeface="굴림" charset="-127"/>
              </a:defRPr>
            </a:lvl2pPr>
            <a:lvl3pPr algn="l" rtl="0" eaLnBrk="0" fontAlgn="base" latinLnBrk="1" hangingPunct="0">
              <a:spcBef>
                <a:spcPct val="0"/>
              </a:spcBef>
              <a:spcAft>
                <a:spcPct val="0"/>
              </a:spcAft>
              <a:defRPr kumimoji="1" sz="2800" b="1">
                <a:solidFill>
                  <a:srgbClr val="0000FF"/>
                </a:solidFill>
                <a:latin typeface="굴림" charset="-127"/>
                <a:ea typeface="굴림" charset="-127"/>
              </a:defRPr>
            </a:lvl3pPr>
            <a:lvl4pPr algn="l" rtl="0" eaLnBrk="0" fontAlgn="base" latinLnBrk="1" hangingPunct="0">
              <a:spcBef>
                <a:spcPct val="0"/>
              </a:spcBef>
              <a:spcAft>
                <a:spcPct val="0"/>
              </a:spcAft>
              <a:defRPr kumimoji="1" sz="2800" b="1">
                <a:solidFill>
                  <a:srgbClr val="0000FF"/>
                </a:solidFill>
                <a:latin typeface="굴림" charset="-127"/>
                <a:ea typeface="굴림" charset="-127"/>
              </a:defRPr>
            </a:lvl4pPr>
            <a:lvl5pPr algn="l" rtl="0" eaLnBrk="0" fontAlgn="base" latinLnBrk="1" hangingPunct="0">
              <a:spcBef>
                <a:spcPct val="0"/>
              </a:spcBef>
              <a:spcAft>
                <a:spcPct val="0"/>
              </a:spcAft>
              <a:defRPr kumimoji="1" sz="2800" b="1">
                <a:solidFill>
                  <a:srgbClr val="0000FF"/>
                </a:solidFill>
                <a:latin typeface="굴림" charset="-127"/>
                <a:ea typeface="굴림" charset="-127"/>
              </a:defRPr>
            </a:lvl5pPr>
            <a:lvl6pPr marL="457200" algn="l" rtl="0" eaLnBrk="0" fontAlgn="base" latinLnBrk="1" hangingPunct="0">
              <a:spcBef>
                <a:spcPct val="0"/>
              </a:spcBef>
              <a:spcAft>
                <a:spcPct val="0"/>
              </a:spcAft>
              <a:defRPr kumimoji="1" sz="2800" b="1">
                <a:solidFill>
                  <a:srgbClr val="0000FF"/>
                </a:solidFill>
                <a:latin typeface="굴림" charset="-127"/>
                <a:ea typeface="굴림" charset="-127"/>
              </a:defRPr>
            </a:lvl6pPr>
            <a:lvl7pPr marL="914400" algn="l" rtl="0" eaLnBrk="0" fontAlgn="base" latinLnBrk="1" hangingPunct="0">
              <a:spcBef>
                <a:spcPct val="0"/>
              </a:spcBef>
              <a:spcAft>
                <a:spcPct val="0"/>
              </a:spcAft>
              <a:defRPr kumimoji="1" sz="2800" b="1">
                <a:solidFill>
                  <a:srgbClr val="0000FF"/>
                </a:solidFill>
                <a:latin typeface="굴림" charset="-127"/>
                <a:ea typeface="굴림" charset="-127"/>
              </a:defRPr>
            </a:lvl7pPr>
            <a:lvl8pPr marL="1371600" algn="l" rtl="0" eaLnBrk="0" fontAlgn="base" latinLnBrk="1" hangingPunct="0">
              <a:spcBef>
                <a:spcPct val="0"/>
              </a:spcBef>
              <a:spcAft>
                <a:spcPct val="0"/>
              </a:spcAft>
              <a:defRPr kumimoji="1" sz="2800" b="1">
                <a:solidFill>
                  <a:srgbClr val="0000FF"/>
                </a:solidFill>
                <a:latin typeface="굴림" charset="-127"/>
                <a:ea typeface="굴림" charset="-127"/>
              </a:defRPr>
            </a:lvl8pPr>
            <a:lvl9pPr marL="1828800" algn="l" rtl="0" eaLnBrk="0" fontAlgn="base" latinLnBrk="1" hangingPunct="0">
              <a:spcBef>
                <a:spcPct val="0"/>
              </a:spcBef>
              <a:spcAft>
                <a:spcPct val="0"/>
              </a:spcAft>
              <a:defRPr kumimoji="1" sz="2800" b="1">
                <a:solidFill>
                  <a:srgbClr val="0000FF"/>
                </a:solidFill>
                <a:latin typeface="굴림" charset="-127"/>
                <a:ea typeface="굴림" charset="-127"/>
              </a:defRPr>
            </a:lvl9pPr>
          </a:lstStyle>
          <a:p>
            <a:pPr algn="ctr"/>
            <a:r>
              <a:rPr lang="en-US" sz="3200" dirty="0"/>
              <a:t>Motivation &amp; Contribution</a:t>
            </a:r>
            <a:endParaRPr lang="en-US" sz="1100" kern="0" dirty="0"/>
          </a:p>
        </p:txBody>
      </p:sp>
      <p:cxnSp>
        <p:nvCxnSpPr>
          <p:cNvPr id="9" name="Straight Connector 8">
            <a:extLst>
              <a:ext uri="{FF2B5EF4-FFF2-40B4-BE49-F238E27FC236}">
                <a16:creationId xmlns:a16="http://schemas.microsoft.com/office/drawing/2014/main" id="{450E07EC-5E11-6077-9116-15847178A135}"/>
              </a:ext>
            </a:extLst>
          </p:cNvPr>
          <p:cNvCxnSpPr/>
          <p:nvPr/>
        </p:nvCxnSpPr>
        <p:spPr>
          <a:xfrm>
            <a:off x="411061" y="5989739"/>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30A9943-6E09-A408-9ACE-B0378EEDCA2C}"/>
              </a:ext>
            </a:extLst>
          </p:cNvPr>
          <p:cNvCxnSpPr/>
          <p:nvPr/>
        </p:nvCxnSpPr>
        <p:spPr>
          <a:xfrm>
            <a:off x="411061" y="899020"/>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E0A1AC9A-9AE4-2AC9-35EB-69CA4BACCFA4}"/>
              </a:ext>
            </a:extLst>
          </p:cNvPr>
          <p:cNvGraphicFramePr/>
          <p:nvPr>
            <p:extLst>
              <p:ext uri="{D42A27DB-BD31-4B8C-83A1-F6EECF244321}">
                <p14:modId xmlns:p14="http://schemas.microsoft.com/office/powerpoint/2010/main" val="2283059010"/>
              </p:ext>
            </p:extLst>
          </p:nvPr>
        </p:nvGraphicFramePr>
        <p:xfrm>
          <a:off x="411061" y="1040884"/>
          <a:ext cx="10942739" cy="17401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366399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6F4493C-0A9F-BC71-06C2-1E716F03A754}"/>
              </a:ext>
            </a:extLst>
          </p:cNvPr>
          <p:cNvSpPr>
            <a:spLocks noGrp="1"/>
          </p:cNvSpPr>
          <p:nvPr>
            <p:ph type="sldNum" sz="quarter" idx="12"/>
          </p:nvPr>
        </p:nvSpPr>
        <p:spPr/>
        <p:txBody>
          <a:bodyPr/>
          <a:lstStyle/>
          <a:p>
            <a:fld id="{3FE5B538-B59D-40BE-A71D-808D1A583C60}" type="slidenum">
              <a:rPr lang="en-US" smtClean="0"/>
              <a:t>5</a:t>
            </a:fld>
            <a:endParaRPr lang="en-US"/>
          </a:p>
        </p:txBody>
      </p:sp>
      <p:pic>
        <p:nvPicPr>
          <p:cNvPr id="8" name="그림 6" descr="텍스트이(가) 표시된 사진&#10;&#10;자동 생성된 설명">
            <a:extLst>
              <a:ext uri="{FF2B5EF4-FFF2-40B4-BE49-F238E27FC236}">
                <a16:creationId xmlns:a16="http://schemas.microsoft.com/office/drawing/2014/main" id="{7A687C90-3CDE-A077-4A5C-1C8DED6B0C89}"/>
              </a:ext>
            </a:extLst>
          </p:cNvPr>
          <p:cNvPicPr>
            <a:picLocks noChangeAspect="1"/>
          </p:cNvPicPr>
          <p:nvPr/>
        </p:nvPicPr>
        <p:blipFill rotWithShape="1">
          <a:blip r:embed="rId2">
            <a:extLst>
              <a:ext uri="{28A0092B-C50C-407E-A947-70E740481C1C}">
                <a14:useLocalDpi xmlns:a14="http://schemas.microsoft.com/office/drawing/2010/main" val="0"/>
              </a:ext>
            </a:extLst>
          </a:blip>
          <a:srcRect l="1921" b="3673"/>
          <a:stretch/>
        </p:blipFill>
        <p:spPr>
          <a:xfrm>
            <a:off x="320811" y="6158506"/>
            <a:ext cx="2477151" cy="562969"/>
          </a:xfrm>
          <a:prstGeom prst="rect">
            <a:avLst/>
          </a:prstGeom>
        </p:spPr>
      </p:pic>
      <p:sp>
        <p:nvSpPr>
          <p:cNvPr id="9" name="Title 1">
            <a:extLst>
              <a:ext uri="{FF2B5EF4-FFF2-40B4-BE49-F238E27FC236}">
                <a16:creationId xmlns:a16="http://schemas.microsoft.com/office/drawing/2014/main" id="{5689D710-6915-F8BA-E423-CB9B6C1DE0AA}"/>
              </a:ext>
            </a:extLst>
          </p:cNvPr>
          <p:cNvSpPr txBox="1">
            <a:spLocks/>
          </p:cNvSpPr>
          <p:nvPr/>
        </p:nvSpPr>
        <p:spPr bwMode="auto">
          <a:xfrm>
            <a:off x="951319" y="32031"/>
            <a:ext cx="10289362" cy="72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latinLnBrk="1" hangingPunct="0">
              <a:spcBef>
                <a:spcPct val="0"/>
              </a:spcBef>
              <a:spcAft>
                <a:spcPct val="0"/>
              </a:spcAft>
              <a:defRPr kumimoji="1" sz="2800" b="1">
                <a:solidFill>
                  <a:srgbClr val="0000FF"/>
                </a:solidFill>
                <a:latin typeface="+mj-lt"/>
                <a:ea typeface="+mj-ea"/>
                <a:cs typeface="+mj-cs"/>
              </a:defRPr>
            </a:lvl1pPr>
            <a:lvl2pPr algn="l" rtl="0" eaLnBrk="0" fontAlgn="base" latinLnBrk="1" hangingPunct="0">
              <a:spcBef>
                <a:spcPct val="0"/>
              </a:spcBef>
              <a:spcAft>
                <a:spcPct val="0"/>
              </a:spcAft>
              <a:defRPr kumimoji="1" sz="2800" b="1">
                <a:solidFill>
                  <a:srgbClr val="0000FF"/>
                </a:solidFill>
                <a:latin typeface="굴림" charset="-127"/>
                <a:ea typeface="굴림" charset="-127"/>
              </a:defRPr>
            </a:lvl2pPr>
            <a:lvl3pPr algn="l" rtl="0" eaLnBrk="0" fontAlgn="base" latinLnBrk="1" hangingPunct="0">
              <a:spcBef>
                <a:spcPct val="0"/>
              </a:spcBef>
              <a:spcAft>
                <a:spcPct val="0"/>
              </a:spcAft>
              <a:defRPr kumimoji="1" sz="2800" b="1">
                <a:solidFill>
                  <a:srgbClr val="0000FF"/>
                </a:solidFill>
                <a:latin typeface="굴림" charset="-127"/>
                <a:ea typeface="굴림" charset="-127"/>
              </a:defRPr>
            </a:lvl3pPr>
            <a:lvl4pPr algn="l" rtl="0" eaLnBrk="0" fontAlgn="base" latinLnBrk="1" hangingPunct="0">
              <a:spcBef>
                <a:spcPct val="0"/>
              </a:spcBef>
              <a:spcAft>
                <a:spcPct val="0"/>
              </a:spcAft>
              <a:defRPr kumimoji="1" sz="2800" b="1">
                <a:solidFill>
                  <a:srgbClr val="0000FF"/>
                </a:solidFill>
                <a:latin typeface="굴림" charset="-127"/>
                <a:ea typeface="굴림" charset="-127"/>
              </a:defRPr>
            </a:lvl4pPr>
            <a:lvl5pPr algn="l" rtl="0" eaLnBrk="0" fontAlgn="base" latinLnBrk="1" hangingPunct="0">
              <a:spcBef>
                <a:spcPct val="0"/>
              </a:spcBef>
              <a:spcAft>
                <a:spcPct val="0"/>
              </a:spcAft>
              <a:defRPr kumimoji="1" sz="2800" b="1">
                <a:solidFill>
                  <a:srgbClr val="0000FF"/>
                </a:solidFill>
                <a:latin typeface="굴림" charset="-127"/>
                <a:ea typeface="굴림" charset="-127"/>
              </a:defRPr>
            </a:lvl5pPr>
            <a:lvl6pPr marL="457200" algn="l" rtl="0" eaLnBrk="0" fontAlgn="base" latinLnBrk="1" hangingPunct="0">
              <a:spcBef>
                <a:spcPct val="0"/>
              </a:spcBef>
              <a:spcAft>
                <a:spcPct val="0"/>
              </a:spcAft>
              <a:defRPr kumimoji="1" sz="2800" b="1">
                <a:solidFill>
                  <a:srgbClr val="0000FF"/>
                </a:solidFill>
                <a:latin typeface="굴림" charset="-127"/>
                <a:ea typeface="굴림" charset="-127"/>
              </a:defRPr>
            </a:lvl6pPr>
            <a:lvl7pPr marL="914400" algn="l" rtl="0" eaLnBrk="0" fontAlgn="base" latinLnBrk="1" hangingPunct="0">
              <a:spcBef>
                <a:spcPct val="0"/>
              </a:spcBef>
              <a:spcAft>
                <a:spcPct val="0"/>
              </a:spcAft>
              <a:defRPr kumimoji="1" sz="2800" b="1">
                <a:solidFill>
                  <a:srgbClr val="0000FF"/>
                </a:solidFill>
                <a:latin typeface="굴림" charset="-127"/>
                <a:ea typeface="굴림" charset="-127"/>
              </a:defRPr>
            </a:lvl7pPr>
            <a:lvl8pPr marL="1371600" algn="l" rtl="0" eaLnBrk="0" fontAlgn="base" latinLnBrk="1" hangingPunct="0">
              <a:spcBef>
                <a:spcPct val="0"/>
              </a:spcBef>
              <a:spcAft>
                <a:spcPct val="0"/>
              </a:spcAft>
              <a:defRPr kumimoji="1" sz="2800" b="1">
                <a:solidFill>
                  <a:srgbClr val="0000FF"/>
                </a:solidFill>
                <a:latin typeface="굴림" charset="-127"/>
                <a:ea typeface="굴림" charset="-127"/>
              </a:defRPr>
            </a:lvl8pPr>
            <a:lvl9pPr marL="1828800" algn="l" rtl="0" eaLnBrk="0" fontAlgn="base" latinLnBrk="1" hangingPunct="0">
              <a:spcBef>
                <a:spcPct val="0"/>
              </a:spcBef>
              <a:spcAft>
                <a:spcPct val="0"/>
              </a:spcAft>
              <a:defRPr kumimoji="1" sz="2800" b="1">
                <a:solidFill>
                  <a:srgbClr val="0000FF"/>
                </a:solidFill>
                <a:latin typeface="굴림" charset="-127"/>
                <a:ea typeface="굴림" charset="-127"/>
              </a:defRPr>
            </a:lvl9pPr>
          </a:lstStyle>
          <a:p>
            <a:pPr algn="ctr"/>
            <a:r>
              <a:rPr lang="en-US" sz="3200" dirty="0"/>
              <a:t>Methodology</a:t>
            </a:r>
            <a:endParaRPr lang="en-US" sz="1100" kern="0" dirty="0"/>
          </a:p>
        </p:txBody>
      </p:sp>
      <p:cxnSp>
        <p:nvCxnSpPr>
          <p:cNvPr id="10" name="Straight Connector 9">
            <a:extLst>
              <a:ext uri="{FF2B5EF4-FFF2-40B4-BE49-F238E27FC236}">
                <a16:creationId xmlns:a16="http://schemas.microsoft.com/office/drawing/2014/main" id="{2DF5E187-1566-E965-CF43-FC11E679EBC3}"/>
              </a:ext>
            </a:extLst>
          </p:cNvPr>
          <p:cNvCxnSpPr/>
          <p:nvPr/>
        </p:nvCxnSpPr>
        <p:spPr>
          <a:xfrm>
            <a:off x="411061" y="5989739"/>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9F0CA7D-322B-D96E-FD30-71939104BD4C}"/>
              </a:ext>
            </a:extLst>
          </p:cNvPr>
          <p:cNvCxnSpPr/>
          <p:nvPr/>
        </p:nvCxnSpPr>
        <p:spPr>
          <a:xfrm>
            <a:off x="411061" y="899020"/>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6C15FBF-C4EA-DE09-837A-A7CDF9DCD971}"/>
              </a:ext>
            </a:extLst>
          </p:cNvPr>
          <p:cNvSpPr>
            <a:spLocks noGrp="1"/>
          </p:cNvSpPr>
          <p:nvPr>
            <p:ph idx="1"/>
          </p:nvPr>
        </p:nvSpPr>
        <p:spPr>
          <a:xfrm>
            <a:off x="6625086" y="1253331"/>
            <a:ext cx="4392283" cy="4351338"/>
          </a:xfrm>
        </p:spPr>
        <p:txBody>
          <a:bodyPr>
            <a:normAutofit/>
          </a:bodyPr>
          <a:lstStyle/>
          <a:p>
            <a:r>
              <a:rPr lang="en-US" sz="1800" kern="0" spc="-50" dirty="0">
                <a:solidFill>
                  <a:srgbClr val="000000"/>
                </a:solidFill>
                <a:effectLst/>
                <a:ea typeface="한양신명조"/>
              </a:rPr>
              <a:t>We used</a:t>
            </a:r>
          </a:p>
        </p:txBody>
      </p:sp>
      <p:pic>
        <p:nvPicPr>
          <p:cNvPr id="2" name="Picture 1" descr="Diagram&#10;&#10;Description automatically generated">
            <a:extLst>
              <a:ext uri="{FF2B5EF4-FFF2-40B4-BE49-F238E27FC236}">
                <a16:creationId xmlns:a16="http://schemas.microsoft.com/office/drawing/2014/main" id="{72CCAA4B-8022-C800-4292-B2706192E17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0811" y="2102564"/>
            <a:ext cx="6063383" cy="2453631"/>
          </a:xfrm>
          <a:prstGeom prst="rect">
            <a:avLst/>
          </a:prstGeom>
          <a:noFill/>
          <a:ln>
            <a:noFill/>
          </a:ln>
        </p:spPr>
      </p:pic>
      <p:sp>
        <p:nvSpPr>
          <p:cNvPr id="6" name="Text Box 1">
            <a:extLst>
              <a:ext uri="{FF2B5EF4-FFF2-40B4-BE49-F238E27FC236}">
                <a16:creationId xmlns:a16="http://schemas.microsoft.com/office/drawing/2014/main" id="{B3D77356-8B5D-40AE-65C1-12DA63E8BC80}"/>
              </a:ext>
            </a:extLst>
          </p:cNvPr>
          <p:cNvSpPr txBox="1"/>
          <p:nvPr/>
        </p:nvSpPr>
        <p:spPr>
          <a:xfrm>
            <a:off x="320811" y="5501209"/>
            <a:ext cx="4465955" cy="243840"/>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spAutoFit/>
          </a:bodyPr>
          <a:lstStyle/>
          <a:p>
            <a:pPr marL="0" marR="0" algn="ctr">
              <a:spcBef>
                <a:spcPts val="0"/>
              </a:spcBef>
              <a:spcAft>
                <a:spcPts val="1000"/>
              </a:spcAft>
            </a:pPr>
            <a:r>
              <a:rPr lang="en-US" sz="800" i="0" dirty="0">
                <a:solidFill>
                  <a:srgbClr val="44546A"/>
                </a:solidFill>
                <a:effectLst/>
                <a:latin typeface="Times New Roman" panose="02020603050405020304" pitchFamily="18" charset="0"/>
                <a:ea typeface="SimSun" panose="02010600030101010101" pitchFamily="2" charset="-122"/>
              </a:rPr>
              <a:t>Fig. 1.  System Overview</a:t>
            </a:r>
            <a:endParaRPr lang="en-US" sz="900" i="1" dirty="0">
              <a:solidFill>
                <a:srgbClr val="44546A"/>
              </a:solidFill>
              <a:effectLst/>
              <a:latin typeface="Times New Roman" panose="02020603050405020304" pitchFamily="18" charset="0"/>
              <a:ea typeface="SimSun" panose="02010600030101010101" pitchFamily="2" charset="-122"/>
            </a:endParaRPr>
          </a:p>
        </p:txBody>
      </p:sp>
    </p:spTree>
    <p:extLst>
      <p:ext uri="{BB962C8B-B14F-4D97-AF65-F5344CB8AC3E}">
        <p14:creationId xmlns:p14="http://schemas.microsoft.com/office/powerpoint/2010/main" val="3363227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6A31A6-EB81-B59C-3AE6-E9015E4B78AC}"/>
              </a:ext>
            </a:extLst>
          </p:cNvPr>
          <p:cNvSpPr>
            <a:spLocks noGrp="1"/>
          </p:cNvSpPr>
          <p:nvPr>
            <p:ph idx="1"/>
          </p:nvPr>
        </p:nvSpPr>
        <p:spPr>
          <a:xfrm>
            <a:off x="378821" y="1098668"/>
            <a:ext cx="2752568" cy="514904"/>
          </a:xfrm>
        </p:spPr>
        <p:txBody>
          <a:bodyPr>
            <a:normAutofit fontScale="77500" lnSpcReduction="20000"/>
          </a:bodyPr>
          <a:lstStyle/>
          <a:p>
            <a:r>
              <a:rPr lang="en-US" dirty="0"/>
              <a:t>Data Preprocessing</a:t>
            </a:r>
          </a:p>
        </p:txBody>
      </p:sp>
      <p:sp>
        <p:nvSpPr>
          <p:cNvPr id="9" name="TextBox 8">
            <a:extLst>
              <a:ext uri="{FF2B5EF4-FFF2-40B4-BE49-F238E27FC236}">
                <a16:creationId xmlns:a16="http://schemas.microsoft.com/office/drawing/2014/main" id="{B488550A-BAB6-9BDC-6F87-90F1983300A4}"/>
              </a:ext>
            </a:extLst>
          </p:cNvPr>
          <p:cNvSpPr txBox="1"/>
          <p:nvPr/>
        </p:nvSpPr>
        <p:spPr>
          <a:xfrm>
            <a:off x="624631" y="4589791"/>
            <a:ext cx="10942738" cy="369332"/>
          </a:xfrm>
          <a:prstGeom prst="rect">
            <a:avLst/>
          </a:prstGeom>
          <a:noFill/>
        </p:spPr>
        <p:txBody>
          <a:bodyPr wrap="square" rtlCol="0">
            <a:spAutoFit/>
          </a:bodyPr>
          <a:lstStyle/>
          <a:p>
            <a:pPr algn="ctr"/>
            <a:r>
              <a:rPr lang="en-US" dirty="0"/>
              <a:t>Interpolate Missing value using interpolation with linear method.</a:t>
            </a:r>
          </a:p>
        </p:txBody>
      </p:sp>
      <p:sp>
        <p:nvSpPr>
          <p:cNvPr id="11" name="Slide Number Placeholder 10">
            <a:extLst>
              <a:ext uri="{FF2B5EF4-FFF2-40B4-BE49-F238E27FC236}">
                <a16:creationId xmlns:a16="http://schemas.microsoft.com/office/drawing/2014/main" id="{C9EA4C25-599C-38B5-A796-22C6FBA7087A}"/>
              </a:ext>
            </a:extLst>
          </p:cNvPr>
          <p:cNvSpPr>
            <a:spLocks noGrp="1"/>
          </p:cNvSpPr>
          <p:nvPr>
            <p:ph type="sldNum" sz="quarter" idx="12"/>
          </p:nvPr>
        </p:nvSpPr>
        <p:spPr/>
        <p:txBody>
          <a:bodyPr/>
          <a:lstStyle/>
          <a:p>
            <a:fld id="{3FE5B538-B59D-40BE-A71D-808D1A583C60}" type="slidenum">
              <a:rPr lang="en-US" smtClean="0"/>
              <a:t>6</a:t>
            </a:fld>
            <a:endParaRPr lang="en-US"/>
          </a:p>
        </p:txBody>
      </p:sp>
      <p:pic>
        <p:nvPicPr>
          <p:cNvPr id="12" name="그림 6" descr="텍스트이(가) 표시된 사진&#10;&#10;자동 생성된 설명">
            <a:extLst>
              <a:ext uri="{FF2B5EF4-FFF2-40B4-BE49-F238E27FC236}">
                <a16:creationId xmlns:a16="http://schemas.microsoft.com/office/drawing/2014/main" id="{55F9D8A3-DF34-0697-C696-4D948ACA16A3}"/>
              </a:ext>
            </a:extLst>
          </p:cNvPr>
          <p:cNvPicPr>
            <a:picLocks noChangeAspect="1"/>
          </p:cNvPicPr>
          <p:nvPr/>
        </p:nvPicPr>
        <p:blipFill rotWithShape="1">
          <a:blip r:embed="rId2">
            <a:extLst>
              <a:ext uri="{28A0092B-C50C-407E-A947-70E740481C1C}">
                <a14:useLocalDpi xmlns:a14="http://schemas.microsoft.com/office/drawing/2010/main" val="0"/>
              </a:ext>
            </a:extLst>
          </a:blip>
          <a:srcRect l="1921" b="3673"/>
          <a:stretch/>
        </p:blipFill>
        <p:spPr>
          <a:xfrm>
            <a:off x="320811" y="6158506"/>
            <a:ext cx="2477151" cy="562969"/>
          </a:xfrm>
          <a:prstGeom prst="rect">
            <a:avLst/>
          </a:prstGeom>
        </p:spPr>
      </p:pic>
      <p:sp>
        <p:nvSpPr>
          <p:cNvPr id="13" name="Title 1">
            <a:extLst>
              <a:ext uri="{FF2B5EF4-FFF2-40B4-BE49-F238E27FC236}">
                <a16:creationId xmlns:a16="http://schemas.microsoft.com/office/drawing/2014/main" id="{1D2803E2-2778-D73D-9D85-2D314BA1D3E4}"/>
              </a:ext>
            </a:extLst>
          </p:cNvPr>
          <p:cNvSpPr txBox="1">
            <a:spLocks/>
          </p:cNvSpPr>
          <p:nvPr/>
        </p:nvSpPr>
        <p:spPr bwMode="auto">
          <a:xfrm>
            <a:off x="951319" y="106533"/>
            <a:ext cx="10289362" cy="72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latinLnBrk="1" hangingPunct="0">
              <a:spcBef>
                <a:spcPct val="0"/>
              </a:spcBef>
              <a:spcAft>
                <a:spcPct val="0"/>
              </a:spcAft>
              <a:defRPr kumimoji="1" sz="2800" b="1">
                <a:solidFill>
                  <a:srgbClr val="0000FF"/>
                </a:solidFill>
                <a:latin typeface="+mj-lt"/>
                <a:ea typeface="+mj-ea"/>
                <a:cs typeface="+mj-cs"/>
              </a:defRPr>
            </a:lvl1pPr>
            <a:lvl2pPr algn="l" rtl="0" eaLnBrk="0" fontAlgn="base" latinLnBrk="1" hangingPunct="0">
              <a:spcBef>
                <a:spcPct val="0"/>
              </a:spcBef>
              <a:spcAft>
                <a:spcPct val="0"/>
              </a:spcAft>
              <a:defRPr kumimoji="1" sz="2800" b="1">
                <a:solidFill>
                  <a:srgbClr val="0000FF"/>
                </a:solidFill>
                <a:latin typeface="굴림" charset="-127"/>
                <a:ea typeface="굴림" charset="-127"/>
              </a:defRPr>
            </a:lvl2pPr>
            <a:lvl3pPr algn="l" rtl="0" eaLnBrk="0" fontAlgn="base" latinLnBrk="1" hangingPunct="0">
              <a:spcBef>
                <a:spcPct val="0"/>
              </a:spcBef>
              <a:spcAft>
                <a:spcPct val="0"/>
              </a:spcAft>
              <a:defRPr kumimoji="1" sz="2800" b="1">
                <a:solidFill>
                  <a:srgbClr val="0000FF"/>
                </a:solidFill>
                <a:latin typeface="굴림" charset="-127"/>
                <a:ea typeface="굴림" charset="-127"/>
              </a:defRPr>
            </a:lvl3pPr>
            <a:lvl4pPr algn="l" rtl="0" eaLnBrk="0" fontAlgn="base" latinLnBrk="1" hangingPunct="0">
              <a:spcBef>
                <a:spcPct val="0"/>
              </a:spcBef>
              <a:spcAft>
                <a:spcPct val="0"/>
              </a:spcAft>
              <a:defRPr kumimoji="1" sz="2800" b="1">
                <a:solidFill>
                  <a:srgbClr val="0000FF"/>
                </a:solidFill>
                <a:latin typeface="굴림" charset="-127"/>
                <a:ea typeface="굴림" charset="-127"/>
              </a:defRPr>
            </a:lvl4pPr>
            <a:lvl5pPr algn="l" rtl="0" eaLnBrk="0" fontAlgn="base" latinLnBrk="1" hangingPunct="0">
              <a:spcBef>
                <a:spcPct val="0"/>
              </a:spcBef>
              <a:spcAft>
                <a:spcPct val="0"/>
              </a:spcAft>
              <a:defRPr kumimoji="1" sz="2800" b="1">
                <a:solidFill>
                  <a:srgbClr val="0000FF"/>
                </a:solidFill>
                <a:latin typeface="굴림" charset="-127"/>
                <a:ea typeface="굴림" charset="-127"/>
              </a:defRPr>
            </a:lvl5pPr>
            <a:lvl6pPr marL="457200" algn="l" rtl="0" eaLnBrk="0" fontAlgn="base" latinLnBrk="1" hangingPunct="0">
              <a:spcBef>
                <a:spcPct val="0"/>
              </a:spcBef>
              <a:spcAft>
                <a:spcPct val="0"/>
              </a:spcAft>
              <a:defRPr kumimoji="1" sz="2800" b="1">
                <a:solidFill>
                  <a:srgbClr val="0000FF"/>
                </a:solidFill>
                <a:latin typeface="굴림" charset="-127"/>
                <a:ea typeface="굴림" charset="-127"/>
              </a:defRPr>
            </a:lvl6pPr>
            <a:lvl7pPr marL="914400" algn="l" rtl="0" eaLnBrk="0" fontAlgn="base" latinLnBrk="1" hangingPunct="0">
              <a:spcBef>
                <a:spcPct val="0"/>
              </a:spcBef>
              <a:spcAft>
                <a:spcPct val="0"/>
              </a:spcAft>
              <a:defRPr kumimoji="1" sz="2800" b="1">
                <a:solidFill>
                  <a:srgbClr val="0000FF"/>
                </a:solidFill>
                <a:latin typeface="굴림" charset="-127"/>
                <a:ea typeface="굴림" charset="-127"/>
              </a:defRPr>
            </a:lvl7pPr>
            <a:lvl8pPr marL="1371600" algn="l" rtl="0" eaLnBrk="0" fontAlgn="base" latinLnBrk="1" hangingPunct="0">
              <a:spcBef>
                <a:spcPct val="0"/>
              </a:spcBef>
              <a:spcAft>
                <a:spcPct val="0"/>
              </a:spcAft>
              <a:defRPr kumimoji="1" sz="2800" b="1">
                <a:solidFill>
                  <a:srgbClr val="0000FF"/>
                </a:solidFill>
                <a:latin typeface="굴림" charset="-127"/>
                <a:ea typeface="굴림" charset="-127"/>
              </a:defRPr>
            </a:lvl8pPr>
            <a:lvl9pPr marL="1828800" algn="l" rtl="0" eaLnBrk="0" fontAlgn="base" latinLnBrk="1" hangingPunct="0">
              <a:spcBef>
                <a:spcPct val="0"/>
              </a:spcBef>
              <a:spcAft>
                <a:spcPct val="0"/>
              </a:spcAft>
              <a:defRPr kumimoji="1" sz="2800" b="1">
                <a:solidFill>
                  <a:srgbClr val="0000FF"/>
                </a:solidFill>
                <a:latin typeface="굴림" charset="-127"/>
                <a:ea typeface="굴림" charset="-127"/>
              </a:defRPr>
            </a:lvl9pPr>
          </a:lstStyle>
          <a:p>
            <a:pPr algn="ctr"/>
            <a:r>
              <a:rPr lang="en-US" sz="3200" dirty="0"/>
              <a:t>System Overview</a:t>
            </a:r>
            <a:endParaRPr lang="en-US" sz="1100" kern="0" dirty="0"/>
          </a:p>
        </p:txBody>
      </p:sp>
      <p:cxnSp>
        <p:nvCxnSpPr>
          <p:cNvPr id="14" name="Straight Connector 13">
            <a:extLst>
              <a:ext uri="{FF2B5EF4-FFF2-40B4-BE49-F238E27FC236}">
                <a16:creationId xmlns:a16="http://schemas.microsoft.com/office/drawing/2014/main" id="{D126E861-39EA-AA3E-CAD3-36762820A410}"/>
              </a:ext>
            </a:extLst>
          </p:cNvPr>
          <p:cNvCxnSpPr/>
          <p:nvPr/>
        </p:nvCxnSpPr>
        <p:spPr>
          <a:xfrm>
            <a:off x="411061" y="5989739"/>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A89AF7A-ED56-6E8A-94DD-FE9CC44E026D}"/>
              </a:ext>
            </a:extLst>
          </p:cNvPr>
          <p:cNvCxnSpPr/>
          <p:nvPr/>
        </p:nvCxnSpPr>
        <p:spPr>
          <a:xfrm>
            <a:off x="411061" y="899020"/>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2E229E7A-84F5-9742-44EF-E8173A4FDD9A}"/>
              </a:ext>
            </a:extLst>
          </p:cNvPr>
          <p:cNvPicPr>
            <a:picLocks noChangeAspect="1"/>
          </p:cNvPicPr>
          <p:nvPr/>
        </p:nvPicPr>
        <p:blipFill>
          <a:blip r:embed="rId3"/>
          <a:stretch>
            <a:fillRect/>
          </a:stretch>
        </p:blipFill>
        <p:spPr>
          <a:xfrm>
            <a:off x="396588" y="2054840"/>
            <a:ext cx="5243041" cy="2223862"/>
          </a:xfrm>
          <a:prstGeom prst="rect">
            <a:avLst/>
          </a:prstGeom>
        </p:spPr>
      </p:pic>
      <p:pic>
        <p:nvPicPr>
          <p:cNvPr id="8" name="Picture 7">
            <a:extLst>
              <a:ext uri="{FF2B5EF4-FFF2-40B4-BE49-F238E27FC236}">
                <a16:creationId xmlns:a16="http://schemas.microsoft.com/office/drawing/2014/main" id="{1A476606-3A3D-B698-07D2-A65E6E509808}"/>
              </a:ext>
            </a:extLst>
          </p:cNvPr>
          <p:cNvPicPr>
            <a:picLocks noChangeAspect="1"/>
          </p:cNvPicPr>
          <p:nvPr/>
        </p:nvPicPr>
        <p:blipFill>
          <a:blip r:embed="rId4"/>
          <a:stretch>
            <a:fillRect/>
          </a:stretch>
        </p:blipFill>
        <p:spPr>
          <a:xfrm>
            <a:off x="6110759" y="2016926"/>
            <a:ext cx="5243041" cy="2223862"/>
          </a:xfrm>
          <a:prstGeom prst="rect">
            <a:avLst/>
          </a:prstGeom>
        </p:spPr>
      </p:pic>
    </p:spTree>
    <p:extLst>
      <p:ext uri="{BB962C8B-B14F-4D97-AF65-F5344CB8AC3E}">
        <p14:creationId xmlns:p14="http://schemas.microsoft.com/office/powerpoint/2010/main" val="3418516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6A31A6-EB81-B59C-3AE6-E9015E4B78AC}"/>
              </a:ext>
            </a:extLst>
          </p:cNvPr>
          <p:cNvSpPr>
            <a:spLocks noGrp="1"/>
          </p:cNvSpPr>
          <p:nvPr>
            <p:ph idx="1"/>
          </p:nvPr>
        </p:nvSpPr>
        <p:spPr>
          <a:xfrm>
            <a:off x="378821" y="1098668"/>
            <a:ext cx="2752568" cy="514904"/>
          </a:xfrm>
        </p:spPr>
        <p:txBody>
          <a:bodyPr>
            <a:normAutofit fontScale="77500" lnSpcReduction="20000"/>
          </a:bodyPr>
          <a:lstStyle/>
          <a:p>
            <a:r>
              <a:rPr lang="en-US" dirty="0"/>
              <a:t>Data Preprocessing</a:t>
            </a:r>
          </a:p>
        </p:txBody>
      </p:sp>
      <p:sp>
        <p:nvSpPr>
          <p:cNvPr id="9" name="TextBox 8">
            <a:extLst>
              <a:ext uri="{FF2B5EF4-FFF2-40B4-BE49-F238E27FC236}">
                <a16:creationId xmlns:a16="http://schemas.microsoft.com/office/drawing/2014/main" id="{B488550A-BAB6-9BDC-6F87-90F1983300A4}"/>
              </a:ext>
            </a:extLst>
          </p:cNvPr>
          <p:cNvSpPr txBox="1"/>
          <p:nvPr/>
        </p:nvSpPr>
        <p:spPr>
          <a:xfrm>
            <a:off x="624630" y="5253797"/>
            <a:ext cx="5471370" cy="369332"/>
          </a:xfrm>
          <a:prstGeom prst="rect">
            <a:avLst/>
          </a:prstGeom>
          <a:noFill/>
        </p:spPr>
        <p:txBody>
          <a:bodyPr wrap="square" rtlCol="0">
            <a:spAutoFit/>
          </a:bodyPr>
          <a:lstStyle/>
          <a:p>
            <a:pPr algn="ctr"/>
            <a:r>
              <a:rPr lang="en-US" dirty="0"/>
              <a:t>Deletion the outlier data and replace with nearest data</a:t>
            </a:r>
          </a:p>
        </p:txBody>
      </p:sp>
      <p:sp>
        <p:nvSpPr>
          <p:cNvPr id="11" name="Slide Number Placeholder 10">
            <a:extLst>
              <a:ext uri="{FF2B5EF4-FFF2-40B4-BE49-F238E27FC236}">
                <a16:creationId xmlns:a16="http://schemas.microsoft.com/office/drawing/2014/main" id="{C9EA4C25-599C-38B5-A796-22C6FBA7087A}"/>
              </a:ext>
            </a:extLst>
          </p:cNvPr>
          <p:cNvSpPr>
            <a:spLocks noGrp="1"/>
          </p:cNvSpPr>
          <p:nvPr>
            <p:ph type="sldNum" sz="quarter" idx="12"/>
          </p:nvPr>
        </p:nvSpPr>
        <p:spPr/>
        <p:txBody>
          <a:bodyPr/>
          <a:lstStyle/>
          <a:p>
            <a:fld id="{3FE5B538-B59D-40BE-A71D-808D1A583C60}" type="slidenum">
              <a:rPr lang="en-US" smtClean="0"/>
              <a:t>7</a:t>
            </a:fld>
            <a:endParaRPr lang="en-US"/>
          </a:p>
        </p:txBody>
      </p:sp>
      <p:pic>
        <p:nvPicPr>
          <p:cNvPr id="12" name="그림 6" descr="텍스트이(가) 표시된 사진&#10;&#10;자동 생성된 설명">
            <a:extLst>
              <a:ext uri="{FF2B5EF4-FFF2-40B4-BE49-F238E27FC236}">
                <a16:creationId xmlns:a16="http://schemas.microsoft.com/office/drawing/2014/main" id="{55F9D8A3-DF34-0697-C696-4D948ACA16A3}"/>
              </a:ext>
            </a:extLst>
          </p:cNvPr>
          <p:cNvPicPr>
            <a:picLocks noChangeAspect="1"/>
          </p:cNvPicPr>
          <p:nvPr/>
        </p:nvPicPr>
        <p:blipFill rotWithShape="1">
          <a:blip r:embed="rId2">
            <a:extLst>
              <a:ext uri="{28A0092B-C50C-407E-A947-70E740481C1C}">
                <a14:useLocalDpi xmlns:a14="http://schemas.microsoft.com/office/drawing/2010/main" val="0"/>
              </a:ext>
            </a:extLst>
          </a:blip>
          <a:srcRect l="1921" b="3673"/>
          <a:stretch/>
        </p:blipFill>
        <p:spPr>
          <a:xfrm>
            <a:off x="320811" y="6158506"/>
            <a:ext cx="2477151" cy="562969"/>
          </a:xfrm>
          <a:prstGeom prst="rect">
            <a:avLst/>
          </a:prstGeom>
        </p:spPr>
      </p:pic>
      <p:sp>
        <p:nvSpPr>
          <p:cNvPr id="13" name="Title 1">
            <a:extLst>
              <a:ext uri="{FF2B5EF4-FFF2-40B4-BE49-F238E27FC236}">
                <a16:creationId xmlns:a16="http://schemas.microsoft.com/office/drawing/2014/main" id="{1D2803E2-2778-D73D-9D85-2D314BA1D3E4}"/>
              </a:ext>
            </a:extLst>
          </p:cNvPr>
          <p:cNvSpPr txBox="1">
            <a:spLocks/>
          </p:cNvSpPr>
          <p:nvPr/>
        </p:nvSpPr>
        <p:spPr bwMode="auto">
          <a:xfrm>
            <a:off x="951319" y="106533"/>
            <a:ext cx="10289362" cy="72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latinLnBrk="1" hangingPunct="0">
              <a:spcBef>
                <a:spcPct val="0"/>
              </a:spcBef>
              <a:spcAft>
                <a:spcPct val="0"/>
              </a:spcAft>
              <a:defRPr kumimoji="1" sz="2800" b="1">
                <a:solidFill>
                  <a:srgbClr val="0000FF"/>
                </a:solidFill>
                <a:latin typeface="+mj-lt"/>
                <a:ea typeface="+mj-ea"/>
                <a:cs typeface="+mj-cs"/>
              </a:defRPr>
            </a:lvl1pPr>
            <a:lvl2pPr algn="l" rtl="0" eaLnBrk="0" fontAlgn="base" latinLnBrk="1" hangingPunct="0">
              <a:spcBef>
                <a:spcPct val="0"/>
              </a:spcBef>
              <a:spcAft>
                <a:spcPct val="0"/>
              </a:spcAft>
              <a:defRPr kumimoji="1" sz="2800" b="1">
                <a:solidFill>
                  <a:srgbClr val="0000FF"/>
                </a:solidFill>
                <a:latin typeface="굴림" charset="-127"/>
                <a:ea typeface="굴림" charset="-127"/>
              </a:defRPr>
            </a:lvl2pPr>
            <a:lvl3pPr algn="l" rtl="0" eaLnBrk="0" fontAlgn="base" latinLnBrk="1" hangingPunct="0">
              <a:spcBef>
                <a:spcPct val="0"/>
              </a:spcBef>
              <a:spcAft>
                <a:spcPct val="0"/>
              </a:spcAft>
              <a:defRPr kumimoji="1" sz="2800" b="1">
                <a:solidFill>
                  <a:srgbClr val="0000FF"/>
                </a:solidFill>
                <a:latin typeface="굴림" charset="-127"/>
                <a:ea typeface="굴림" charset="-127"/>
              </a:defRPr>
            </a:lvl3pPr>
            <a:lvl4pPr algn="l" rtl="0" eaLnBrk="0" fontAlgn="base" latinLnBrk="1" hangingPunct="0">
              <a:spcBef>
                <a:spcPct val="0"/>
              </a:spcBef>
              <a:spcAft>
                <a:spcPct val="0"/>
              </a:spcAft>
              <a:defRPr kumimoji="1" sz="2800" b="1">
                <a:solidFill>
                  <a:srgbClr val="0000FF"/>
                </a:solidFill>
                <a:latin typeface="굴림" charset="-127"/>
                <a:ea typeface="굴림" charset="-127"/>
              </a:defRPr>
            </a:lvl4pPr>
            <a:lvl5pPr algn="l" rtl="0" eaLnBrk="0" fontAlgn="base" latinLnBrk="1" hangingPunct="0">
              <a:spcBef>
                <a:spcPct val="0"/>
              </a:spcBef>
              <a:spcAft>
                <a:spcPct val="0"/>
              </a:spcAft>
              <a:defRPr kumimoji="1" sz="2800" b="1">
                <a:solidFill>
                  <a:srgbClr val="0000FF"/>
                </a:solidFill>
                <a:latin typeface="굴림" charset="-127"/>
                <a:ea typeface="굴림" charset="-127"/>
              </a:defRPr>
            </a:lvl5pPr>
            <a:lvl6pPr marL="457200" algn="l" rtl="0" eaLnBrk="0" fontAlgn="base" latinLnBrk="1" hangingPunct="0">
              <a:spcBef>
                <a:spcPct val="0"/>
              </a:spcBef>
              <a:spcAft>
                <a:spcPct val="0"/>
              </a:spcAft>
              <a:defRPr kumimoji="1" sz="2800" b="1">
                <a:solidFill>
                  <a:srgbClr val="0000FF"/>
                </a:solidFill>
                <a:latin typeface="굴림" charset="-127"/>
                <a:ea typeface="굴림" charset="-127"/>
              </a:defRPr>
            </a:lvl6pPr>
            <a:lvl7pPr marL="914400" algn="l" rtl="0" eaLnBrk="0" fontAlgn="base" latinLnBrk="1" hangingPunct="0">
              <a:spcBef>
                <a:spcPct val="0"/>
              </a:spcBef>
              <a:spcAft>
                <a:spcPct val="0"/>
              </a:spcAft>
              <a:defRPr kumimoji="1" sz="2800" b="1">
                <a:solidFill>
                  <a:srgbClr val="0000FF"/>
                </a:solidFill>
                <a:latin typeface="굴림" charset="-127"/>
                <a:ea typeface="굴림" charset="-127"/>
              </a:defRPr>
            </a:lvl7pPr>
            <a:lvl8pPr marL="1371600" algn="l" rtl="0" eaLnBrk="0" fontAlgn="base" latinLnBrk="1" hangingPunct="0">
              <a:spcBef>
                <a:spcPct val="0"/>
              </a:spcBef>
              <a:spcAft>
                <a:spcPct val="0"/>
              </a:spcAft>
              <a:defRPr kumimoji="1" sz="2800" b="1">
                <a:solidFill>
                  <a:srgbClr val="0000FF"/>
                </a:solidFill>
                <a:latin typeface="굴림" charset="-127"/>
                <a:ea typeface="굴림" charset="-127"/>
              </a:defRPr>
            </a:lvl8pPr>
            <a:lvl9pPr marL="1828800" algn="l" rtl="0" eaLnBrk="0" fontAlgn="base" latinLnBrk="1" hangingPunct="0">
              <a:spcBef>
                <a:spcPct val="0"/>
              </a:spcBef>
              <a:spcAft>
                <a:spcPct val="0"/>
              </a:spcAft>
              <a:defRPr kumimoji="1" sz="2800" b="1">
                <a:solidFill>
                  <a:srgbClr val="0000FF"/>
                </a:solidFill>
                <a:latin typeface="굴림" charset="-127"/>
                <a:ea typeface="굴림" charset="-127"/>
              </a:defRPr>
            </a:lvl9pPr>
          </a:lstStyle>
          <a:p>
            <a:pPr algn="ctr"/>
            <a:r>
              <a:rPr lang="en-US" sz="3200" dirty="0"/>
              <a:t>System Overview</a:t>
            </a:r>
            <a:endParaRPr lang="en-US" sz="1100" kern="0" dirty="0"/>
          </a:p>
        </p:txBody>
      </p:sp>
      <p:cxnSp>
        <p:nvCxnSpPr>
          <p:cNvPr id="14" name="Straight Connector 13">
            <a:extLst>
              <a:ext uri="{FF2B5EF4-FFF2-40B4-BE49-F238E27FC236}">
                <a16:creationId xmlns:a16="http://schemas.microsoft.com/office/drawing/2014/main" id="{D126E861-39EA-AA3E-CAD3-36762820A410}"/>
              </a:ext>
            </a:extLst>
          </p:cNvPr>
          <p:cNvCxnSpPr/>
          <p:nvPr/>
        </p:nvCxnSpPr>
        <p:spPr>
          <a:xfrm>
            <a:off x="411061" y="5989739"/>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A89AF7A-ED56-6E8A-94DD-FE9CC44E026D}"/>
              </a:ext>
            </a:extLst>
          </p:cNvPr>
          <p:cNvCxnSpPr/>
          <p:nvPr/>
        </p:nvCxnSpPr>
        <p:spPr>
          <a:xfrm>
            <a:off x="411061" y="899020"/>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A1B62932-A7AD-955B-998D-E36D297A27E9}"/>
              </a:ext>
            </a:extLst>
          </p:cNvPr>
          <p:cNvPicPr>
            <a:picLocks noChangeAspect="1"/>
          </p:cNvPicPr>
          <p:nvPr/>
        </p:nvPicPr>
        <p:blipFill>
          <a:blip r:embed="rId3"/>
          <a:stretch>
            <a:fillRect/>
          </a:stretch>
        </p:blipFill>
        <p:spPr>
          <a:xfrm>
            <a:off x="624630" y="1897482"/>
            <a:ext cx="5216559" cy="3187549"/>
          </a:xfrm>
          <a:prstGeom prst="rect">
            <a:avLst/>
          </a:prstGeom>
        </p:spPr>
      </p:pic>
      <p:sp>
        <p:nvSpPr>
          <p:cNvPr id="10" name="TextBox 9">
            <a:extLst>
              <a:ext uri="{FF2B5EF4-FFF2-40B4-BE49-F238E27FC236}">
                <a16:creationId xmlns:a16="http://schemas.microsoft.com/office/drawing/2014/main" id="{E8186709-1BC5-ACD2-2F19-92A7B9FD6869}"/>
              </a:ext>
            </a:extLst>
          </p:cNvPr>
          <p:cNvSpPr txBox="1"/>
          <p:nvPr/>
        </p:nvSpPr>
        <p:spPr>
          <a:xfrm>
            <a:off x="6096000" y="5253797"/>
            <a:ext cx="5471370" cy="646331"/>
          </a:xfrm>
          <a:prstGeom prst="rect">
            <a:avLst/>
          </a:prstGeom>
          <a:noFill/>
        </p:spPr>
        <p:txBody>
          <a:bodyPr wrap="square" rtlCol="0">
            <a:spAutoFit/>
          </a:bodyPr>
          <a:lstStyle/>
          <a:p>
            <a:pPr algn="ctr"/>
            <a:r>
              <a:rPr lang="en-US" sz="1800" kern="0" spc="-50" dirty="0">
                <a:solidFill>
                  <a:srgbClr val="000000"/>
                </a:solidFill>
                <a:effectLst/>
                <a:latin typeface="한양신명조"/>
                <a:ea typeface="한양신명조"/>
              </a:rPr>
              <a:t>Then, the data are normalized using the </a:t>
            </a:r>
            <a:r>
              <a:rPr lang="en-US" sz="1800" kern="0" spc="-50" dirty="0" err="1">
                <a:solidFill>
                  <a:srgbClr val="000000"/>
                </a:solidFill>
                <a:effectLst/>
                <a:latin typeface="한양신명조"/>
                <a:ea typeface="한양신명조"/>
              </a:rPr>
              <a:t>MinMax</a:t>
            </a:r>
            <a:r>
              <a:rPr lang="en-US" sz="1800" kern="0" spc="-50" dirty="0">
                <a:solidFill>
                  <a:srgbClr val="000000"/>
                </a:solidFill>
                <a:effectLst/>
                <a:latin typeface="한양신명조"/>
                <a:ea typeface="한양신명조"/>
              </a:rPr>
              <a:t> method, the -1 to 1 rescaling approach</a:t>
            </a:r>
            <a:endParaRPr lang="en-US" sz="1800" kern="0" dirty="0">
              <a:solidFill>
                <a:srgbClr val="000000"/>
              </a:solidFill>
              <a:effectLst/>
              <a:latin typeface="한양신명조"/>
            </a:endParaRPr>
          </a:p>
        </p:txBody>
      </p:sp>
      <p:pic>
        <p:nvPicPr>
          <p:cNvPr id="5122" name="Picture 2" descr="python - Can someone explain to me how MinMaxScaler() works? - Stack  Overflow">
            <a:extLst>
              <a:ext uri="{FF2B5EF4-FFF2-40B4-BE49-F238E27FC236}">
                <a16:creationId xmlns:a16="http://schemas.microsoft.com/office/drawing/2014/main" id="{F0EEE355-0519-442E-3A72-66D6CF9FD9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82302" y="2905124"/>
            <a:ext cx="4056596" cy="9048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7763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6A31A6-EB81-B59C-3AE6-E9015E4B78AC}"/>
              </a:ext>
            </a:extLst>
          </p:cNvPr>
          <p:cNvSpPr>
            <a:spLocks noGrp="1"/>
          </p:cNvSpPr>
          <p:nvPr>
            <p:ph idx="1"/>
          </p:nvPr>
        </p:nvSpPr>
        <p:spPr>
          <a:xfrm>
            <a:off x="378821" y="1098668"/>
            <a:ext cx="2752568" cy="514904"/>
          </a:xfrm>
        </p:spPr>
        <p:txBody>
          <a:bodyPr>
            <a:normAutofit fontScale="77500" lnSpcReduction="20000"/>
          </a:bodyPr>
          <a:lstStyle/>
          <a:p>
            <a:r>
              <a:rPr lang="en-US" dirty="0"/>
              <a:t>Data Preprocessing</a:t>
            </a:r>
          </a:p>
        </p:txBody>
      </p:sp>
      <p:sp>
        <p:nvSpPr>
          <p:cNvPr id="11" name="Slide Number Placeholder 10">
            <a:extLst>
              <a:ext uri="{FF2B5EF4-FFF2-40B4-BE49-F238E27FC236}">
                <a16:creationId xmlns:a16="http://schemas.microsoft.com/office/drawing/2014/main" id="{C9EA4C25-599C-38B5-A796-22C6FBA7087A}"/>
              </a:ext>
            </a:extLst>
          </p:cNvPr>
          <p:cNvSpPr>
            <a:spLocks noGrp="1"/>
          </p:cNvSpPr>
          <p:nvPr>
            <p:ph type="sldNum" sz="quarter" idx="12"/>
          </p:nvPr>
        </p:nvSpPr>
        <p:spPr/>
        <p:txBody>
          <a:bodyPr/>
          <a:lstStyle/>
          <a:p>
            <a:fld id="{3FE5B538-B59D-40BE-A71D-808D1A583C60}" type="slidenum">
              <a:rPr lang="en-US" smtClean="0"/>
              <a:t>8</a:t>
            </a:fld>
            <a:endParaRPr lang="en-US"/>
          </a:p>
        </p:txBody>
      </p:sp>
      <p:pic>
        <p:nvPicPr>
          <p:cNvPr id="12" name="그림 6" descr="텍스트이(가) 표시된 사진&#10;&#10;자동 생성된 설명">
            <a:extLst>
              <a:ext uri="{FF2B5EF4-FFF2-40B4-BE49-F238E27FC236}">
                <a16:creationId xmlns:a16="http://schemas.microsoft.com/office/drawing/2014/main" id="{55F9D8A3-DF34-0697-C696-4D948ACA16A3}"/>
              </a:ext>
            </a:extLst>
          </p:cNvPr>
          <p:cNvPicPr>
            <a:picLocks noChangeAspect="1"/>
          </p:cNvPicPr>
          <p:nvPr/>
        </p:nvPicPr>
        <p:blipFill rotWithShape="1">
          <a:blip r:embed="rId2">
            <a:extLst>
              <a:ext uri="{28A0092B-C50C-407E-A947-70E740481C1C}">
                <a14:useLocalDpi xmlns:a14="http://schemas.microsoft.com/office/drawing/2010/main" val="0"/>
              </a:ext>
            </a:extLst>
          </a:blip>
          <a:srcRect l="1921" b="3673"/>
          <a:stretch/>
        </p:blipFill>
        <p:spPr>
          <a:xfrm>
            <a:off x="320811" y="6158506"/>
            <a:ext cx="2477151" cy="562969"/>
          </a:xfrm>
          <a:prstGeom prst="rect">
            <a:avLst/>
          </a:prstGeom>
        </p:spPr>
      </p:pic>
      <p:sp>
        <p:nvSpPr>
          <p:cNvPr id="13" name="Title 1">
            <a:extLst>
              <a:ext uri="{FF2B5EF4-FFF2-40B4-BE49-F238E27FC236}">
                <a16:creationId xmlns:a16="http://schemas.microsoft.com/office/drawing/2014/main" id="{1D2803E2-2778-D73D-9D85-2D314BA1D3E4}"/>
              </a:ext>
            </a:extLst>
          </p:cNvPr>
          <p:cNvSpPr txBox="1">
            <a:spLocks/>
          </p:cNvSpPr>
          <p:nvPr/>
        </p:nvSpPr>
        <p:spPr bwMode="auto">
          <a:xfrm>
            <a:off x="951319" y="106533"/>
            <a:ext cx="10289362" cy="72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latinLnBrk="1" hangingPunct="0">
              <a:spcBef>
                <a:spcPct val="0"/>
              </a:spcBef>
              <a:spcAft>
                <a:spcPct val="0"/>
              </a:spcAft>
              <a:defRPr kumimoji="1" sz="2800" b="1">
                <a:solidFill>
                  <a:srgbClr val="0000FF"/>
                </a:solidFill>
                <a:latin typeface="+mj-lt"/>
                <a:ea typeface="+mj-ea"/>
                <a:cs typeface="+mj-cs"/>
              </a:defRPr>
            </a:lvl1pPr>
            <a:lvl2pPr algn="l" rtl="0" eaLnBrk="0" fontAlgn="base" latinLnBrk="1" hangingPunct="0">
              <a:spcBef>
                <a:spcPct val="0"/>
              </a:spcBef>
              <a:spcAft>
                <a:spcPct val="0"/>
              </a:spcAft>
              <a:defRPr kumimoji="1" sz="2800" b="1">
                <a:solidFill>
                  <a:srgbClr val="0000FF"/>
                </a:solidFill>
                <a:latin typeface="굴림" charset="-127"/>
                <a:ea typeface="굴림" charset="-127"/>
              </a:defRPr>
            </a:lvl2pPr>
            <a:lvl3pPr algn="l" rtl="0" eaLnBrk="0" fontAlgn="base" latinLnBrk="1" hangingPunct="0">
              <a:spcBef>
                <a:spcPct val="0"/>
              </a:spcBef>
              <a:spcAft>
                <a:spcPct val="0"/>
              </a:spcAft>
              <a:defRPr kumimoji="1" sz="2800" b="1">
                <a:solidFill>
                  <a:srgbClr val="0000FF"/>
                </a:solidFill>
                <a:latin typeface="굴림" charset="-127"/>
                <a:ea typeface="굴림" charset="-127"/>
              </a:defRPr>
            </a:lvl3pPr>
            <a:lvl4pPr algn="l" rtl="0" eaLnBrk="0" fontAlgn="base" latinLnBrk="1" hangingPunct="0">
              <a:spcBef>
                <a:spcPct val="0"/>
              </a:spcBef>
              <a:spcAft>
                <a:spcPct val="0"/>
              </a:spcAft>
              <a:defRPr kumimoji="1" sz="2800" b="1">
                <a:solidFill>
                  <a:srgbClr val="0000FF"/>
                </a:solidFill>
                <a:latin typeface="굴림" charset="-127"/>
                <a:ea typeface="굴림" charset="-127"/>
              </a:defRPr>
            </a:lvl4pPr>
            <a:lvl5pPr algn="l" rtl="0" eaLnBrk="0" fontAlgn="base" latinLnBrk="1" hangingPunct="0">
              <a:spcBef>
                <a:spcPct val="0"/>
              </a:spcBef>
              <a:spcAft>
                <a:spcPct val="0"/>
              </a:spcAft>
              <a:defRPr kumimoji="1" sz="2800" b="1">
                <a:solidFill>
                  <a:srgbClr val="0000FF"/>
                </a:solidFill>
                <a:latin typeface="굴림" charset="-127"/>
                <a:ea typeface="굴림" charset="-127"/>
              </a:defRPr>
            </a:lvl5pPr>
            <a:lvl6pPr marL="457200" algn="l" rtl="0" eaLnBrk="0" fontAlgn="base" latinLnBrk="1" hangingPunct="0">
              <a:spcBef>
                <a:spcPct val="0"/>
              </a:spcBef>
              <a:spcAft>
                <a:spcPct val="0"/>
              </a:spcAft>
              <a:defRPr kumimoji="1" sz="2800" b="1">
                <a:solidFill>
                  <a:srgbClr val="0000FF"/>
                </a:solidFill>
                <a:latin typeface="굴림" charset="-127"/>
                <a:ea typeface="굴림" charset="-127"/>
              </a:defRPr>
            </a:lvl6pPr>
            <a:lvl7pPr marL="914400" algn="l" rtl="0" eaLnBrk="0" fontAlgn="base" latinLnBrk="1" hangingPunct="0">
              <a:spcBef>
                <a:spcPct val="0"/>
              </a:spcBef>
              <a:spcAft>
                <a:spcPct val="0"/>
              </a:spcAft>
              <a:defRPr kumimoji="1" sz="2800" b="1">
                <a:solidFill>
                  <a:srgbClr val="0000FF"/>
                </a:solidFill>
                <a:latin typeface="굴림" charset="-127"/>
                <a:ea typeface="굴림" charset="-127"/>
              </a:defRPr>
            </a:lvl7pPr>
            <a:lvl8pPr marL="1371600" algn="l" rtl="0" eaLnBrk="0" fontAlgn="base" latinLnBrk="1" hangingPunct="0">
              <a:spcBef>
                <a:spcPct val="0"/>
              </a:spcBef>
              <a:spcAft>
                <a:spcPct val="0"/>
              </a:spcAft>
              <a:defRPr kumimoji="1" sz="2800" b="1">
                <a:solidFill>
                  <a:srgbClr val="0000FF"/>
                </a:solidFill>
                <a:latin typeface="굴림" charset="-127"/>
                <a:ea typeface="굴림" charset="-127"/>
              </a:defRPr>
            </a:lvl8pPr>
            <a:lvl9pPr marL="1828800" algn="l" rtl="0" eaLnBrk="0" fontAlgn="base" latinLnBrk="1" hangingPunct="0">
              <a:spcBef>
                <a:spcPct val="0"/>
              </a:spcBef>
              <a:spcAft>
                <a:spcPct val="0"/>
              </a:spcAft>
              <a:defRPr kumimoji="1" sz="2800" b="1">
                <a:solidFill>
                  <a:srgbClr val="0000FF"/>
                </a:solidFill>
                <a:latin typeface="굴림" charset="-127"/>
                <a:ea typeface="굴림" charset="-127"/>
              </a:defRPr>
            </a:lvl9pPr>
          </a:lstStyle>
          <a:p>
            <a:pPr algn="ctr"/>
            <a:r>
              <a:rPr lang="en-US" sz="3200" dirty="0"/>
              <a:t>System Overview</a:t>
            </a:r>
            <a:endParaRPr lang="en-US" sz="1100" kern="0" dirty="0"/>
          </a:p>
        </p:txBody>
      </p:sp>
      <p:cxnSp>
        <p:nvCxnSpPr>
          <p:cNvPr id="14" name="Straight Connector 13">
            <a:extLst>
              <a:ext uri="{FF2B5EF4-FFF2-40B4-BE49-F238E27FC236}">
                <a16:creationId xmlns:a16="http://schemas.microsoft.com/office/drawing/2014/main" id="{D126E861-39EA-AA3E-CAD3-36762820A410}"/>
              </a:ext>
            </a:extLst>
          </p:cNvPr>
          <p:cNvCxnSpPr/>
          <p:nvPr/>
        </p:nvCxnSpPr>
        <p:spPr>
          <a:xfrm>
            <a:off x="411061" y="5989739"/>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A89AF7A-ED56-6E8A-94DD-FE9CC44E026D}"/>
              </a:ext>
            </a:extLst>
          </p:cNvPr>
          <p:cNvCxnSpPr/>
          <p:nvPr/>
        </p:nvCxnSpPr>
        <p:spPr>
          <a:xfrm>
            <a:off x="411061" y="899020"/>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D9908E1A-362D-4443-1503-FC2EE2B26EFE}"/>
              </a:ext>
            </a:extLst>
          </p:cNvPr>
          <p:cNvPicPr>
            <a:picLocks noChangeAspect="1"/>
          </p:cNvPicPr>
          <p:nvPr/>
        </p:nvPicPr>
        <p:blipFill>
          <a:blip r:embed="rId3"/>
          <a:stretch>
            <a:fillRect/>
          </a:stretch>
        </p:blipFill>
        <p:spPr>
          <a:xfrm>
            <a:off x="951319" y="1776220"/>
            <a:ext cx="4679455" cy="3314929"/>
          </a:xfrm>
          <a:prstGeom prst="rect">
            <a:avLst/>
          </a:prstGeom>
        </p:spPr>
      </p:pic>
      <p:pic>
        <p:nvPicPr>
          <p:cNvPr id="6" name="Picture 5">
            <a:extLst>
              <a:ext uri="{FF2B5EF4-FFF2-40B4-BE49-F238E27FC236}">
                <a16:creationId xmlns:a16="http://schemas.microsoft.com/office/drawing/2014/main" id="{04B32DF5-A229-4B6B-F650-EA5ECB134939}"/>
              </a:ext>
            </a:extLst>
          </p:cNvPr>
          <p:cNvPicPr>
            <a:picLocks noChangeAspect="1"/>
          </p:cNvPicPr>
          <p:nvPr/>
        </p:nvPicPr>
        <p:blipFill>
          <a:blip r:embed="rId4"/>
          <a:stretch>
            <a:fillRect/>
          </a:stretch>
        </p:blipFill>
        <p:spPr>
          <a:xfrm>
            <a:off x="6561228" y="1776219"/>
            <a:ext cx="4614387" cy="3110963"/>
          </a:xfrm>
          <a:prstGeom prst="rect">
            <a:avLst/>
          </a:prstGeom>
        </p:spPr>
      </p:pic>
      <p:sp>
        <p:nvSpPr>
          <p:cNvPr id="8" name="TextBox 7">
            <a:extLst>
              <a:ext uri="{FF2B5EF4-FFF2-40B4-BE49-F238E27FC236}">
                <a16:creationId xmlns:a16="http://schemas.microsoft.com/office/drawing/2014/main" id="{2AAF6EE7-5285-F893-5D80-8D329BDCC8E0}"/>
              </a:ext>
            </a:extLst>
          </p:cNvPr>
          <p:cNvSpPr txBox="1"/>
          <p:nvPr/>
        </p:nvSpPr>
        <p:spPr>
          <a:xfrm>
            <a:off x="411061" y="5253797"/>
            <a:ext cx="10942739" cy="584775"/>
          </a:xfrm>
          <a:prstGeom prst="rect">
            <a:avLst/>
          </a:prstGeom>
          <a:noFill/>
        </p:spPr>
        <p:txBody>
          <a:bodyPr wrap="square" rtlCol="0">
            <a:spAutoFit/>
          </a:bodyPr>
          <a:lstStyle/>
          <a:p>
            <a:pPr algn="ctr"/>
            <a:r>
              <a:rPr lang="en-US" sz="1600" dirty="0"/>
              <a:t>Correlation checking uses a correlation matrix and takes features that have the highest correlation, and we get </a:t>
            </a:r>
            <a:r>
              <a:rPr lang="en-US" sz="1600" kern="0" spc="-50" dirty="0">
                <a:solidFill>
                  <a:srgbClr val="000000"/>
                </a:solidFill>
                <a:effectLst/>
                <a:latin typeface="한양신명조"/>
                <a:ea typeface="한양신명조"/>
              </a:rPr>
              <a:t>temperature, relative humidity, solar radiation, sunshine in seconds per hour, and precipitation per hour as the highest correlation</a:t>
            </a:r>
            <a:endParaRPr lang="en-US" sz="1600" kern="0" dirty="0">
              <a:solidFill>
                <a:srgbClr val="000000"/>
              </a:solidFill>
              <a:effectLst/>
              <a:latin typeface="한양신명조"/>
            </a:endParaRPr>
          </a:p>
        </p:txBody>
      </p:sp>
    </p:spTree>
    <p:extLst>
      <p:ext uri="{BB962C8B-B14F-4D97-AF65-F5344CB8AC3E}">
        <p14:creationId xmlns:p14="http://schemas.microsoft.com/office/powerpoint/2010/main" val="7057410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C9EA4C25-599C-38B5-A796-22C6FBA7087A}"/>
              </a:ext>
            </a:extLst>
          </p:cNvPr>
          <p:cNvSpPr>
            <a:spLocks noGrp="1"/>
          </p:cNvSpPr>
          <p:nvPr>
            <p:ph type="sldNum" sz="quarter" idx="12"/>
          </p:nvPr>
        </p:nvSpPr>
        <p:spPr/>
        <p:txBody>
          <a:bodyPr/>
          <a:lstStyle/>
          <a:p>
            <a:fld id="{3FE5B538-B59D-40BE-A71D-808D1A583C60}" type="slidenum">
              <a:rPr lang="en-US" smtClean="0"/>
              <a:t>9</a:t>
            </a:fld>
            <a:endParaRPr lang="en-US"/>
          </a:p>
        </p:txBody>
      </p:sp>
      <p:pic>
        <p:nvPicPr>
          <p:cNvPr id="12" name="그림 6" descr="텍스트이(가) 표시된 사진&#10;&#10;자동 생성된 설명">
            <a:extLst>
              <a:ext uri="{FF2B5EF4-FFF2-40B4-BE49-F238E27FC236}">
                <a16:creationId xmlns:a16="http://schemas.microsoft.com/office/drawing/2014/main" id="{55F9D8A3-DF34-0697-C696-4D948ACA16A3}"/>
              </a:ext>
            </a:extLst>
          </p:cNvPr>
          <p:cNvPicPr>
            <a:picLocks noChangeAspect="1"/>
          </p:cNvPicPr>
          <p:nvPr/>
        </p:nvPicPr>
        <p:blipFill rotWithShape="1">
          <a:blip r:embed="rId2">
            <a:extLst>
              <a:ext uri="{28A0092B-C50C-407E-A947-70E740481C1C}">
                <a14:useLocalDpi xmlns:a14="http://schemas.microsoft.com/office/drawing/2010/main" val="0"/>
              </a:ext>
            </a:extLst>
          </a:blip>
          <a:srcRect l="1921" b="3673"/>
          <a:stretch/>
        </p:blipFill>
        <p:spPr>
          <a:xfrm>
            <a:off x="320811" y="6158506"/>
            <a:ext cx="2477151" cy="562969"/>
          </a:xfrm>
          <a:prstGeom prst="rect">
            <a:avLst/>
          </a:prstGeom>
        </p:spPr>
      </p:pic>
      <p:sp>
        <p:nvSpPr>
          <p:cNvPr id="13" name="Title 1">
            <a:extLst>
              <a:ext uri="{FF2B5EF4-FFF2-40B4-BE49-F238E27FC236}">
                <a16:creationId xmlns:a16="http://schemas.microsoft.com/office/drawing/2014/main" id="{1D2803E2-2778-D73D-9D85-2D314BA1D3E4}"/>
              </a:ext>
            </a:extLst>
          </p:cNvPr>
          <p:cNvSpPr txBox="1">
            <a:spLocks/>
          </p:cNvSpPr>
          <p:nvPr/>
        </p:nvSpPr>
        <p:spPr bwMode="auto">
          <a:xfrm>
            <a:off x="951319" y="106533"/>
            <a:ext cx="10289362" cy="72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latinLnBrk="1" hangingPunct="0">
              <a:spcBef>
                <a:spcPct val="0"/>
              </a:spcBef>
              <a:spcAft>
                <a:spcPct val="0"/>
              </a:spcAft>
              <a:defRPr kumimoji="1" sz="2800" b="1">
                <a:solidFill>
                  <a:srgbClr val="0000FF"/>
                </a:solidFill>
                <a:latin typeface="+mj-lt"/>
                <a:ea typeface="+mj-ea"/>
                <a:cs typeface="+mj-cs"/>
              </a:defRPr>
            </a:lvl1pPr>
            <a:lvl2pPr algn="l" rtl="0" eaLnBrk="0" fontAlgn="base" latinLnBrk="1" hangingPunct="0">
              <a:spcBef>
                <a:spcPct val="0"/>
              </a:spcBef>
              <a:spcAft>
                <a:spcPct val="0"/>
              </a:spcAft>
              <a:defRPr kumimoji="1" sz="2800" b="1">
                <a:solidFill>
                  <a:srgbClr val="0000FF"/>
                </a:solidFill>
                <a:latin typeface="굴림" charset="-127"/>
                <a:ea typeface="굴림" charset="-127"/>
              </a:defRPr>
            </a:lvl2pPr>
            <a:lvl3pPr algn="l" rtl="0" eaLnBrk="0" fontAlgn="base" latinLnBrk="1" hangingPunct="0">
              <a:spcBef>
                <a:spcPct val="0"/>
              </a:spcBef>
              <a:spcAft>
                <a:spcPct val="0"/>
              </a:spcAft>
              <a:defRPr kumimoji="1" sz="2800" b="1">
                <a:solidFill>
                  <a:srgbClr val="0000FF"/>
                </a:solidFill>
                <a:latin typeface="굴림" charset="-127"/>
                <a:ea typeface="굴림" charset="-127"/>
              </a:defRPr>
            </a:lvl3pPr>
            <a:lvl4pPr algn="l" rtl="0" eaLnBrk="0" fontAlgn="base" latinLnBrk="1" hangingPunct="0">
              <a:spcBef>
                <a:spcPct val="0"/>
              </a:spcBef>
              <a:spcAft>
                <a:spcPct val="0"/>
              </a:spcAft>
              <a:defRPr kumimoji="1" sz="2800" b="1">
                <a:solidFill>
                  <a:srgbClr val="0000FF"/>
                </a:solidFill>
                <a:latin typeface="굴림" charset="-127"/>
                <a:ea typeface="굴림" charset="-127"/>
              </a:defRPr>
            </a:lvl4pPr>
            <a:lvl5pPr algn="l" rtl="0" eaLnBrk="0" fontAlgn="base" latinLnBrk="1" hangingPunct="0">
              <a:spcBef>
                <a:spcPct val="0"/>
              </a:spcBef>
              <a:spcAft>
                <a:spcPct val="0"/>
              </a:spcAft>
              <a:defRPr kumimoji="1" sz="2800" b="1">
                <a:solidFill>
                  <a:srgbClr val="0000FF"/>
                </a:solidFill>
                <a:latin typeface="굴림" charset="-127"/>
                <a:ea typeface="굴림" charset="-127"/>
              </a:defRPr>
            </a:lvl5pPr>
            <a:lvl6pPr marL="457200" algn="l" rtl="0" eaLnBrk="0" fontAlgn="base" latinLnBrk="1" hangingPunct="0">
              <a:spcBef>
                <a:spcPct val="0"/>
              </a:spcBef>
              <a:spcAft>
                <a:spcPct val="0"/>
              </a:spcAft>
              <a:defRPr kumimoji="1" sz="2800" b="1">
                <a:solidFill>
                  <a:srgbClr val="0000FF"/>
                </a:solidFill>
                <a:latin typeface="굴림" charset="-127"/>
                <a:ea typeface="굴림" charset="-127"/>
              </a:defRPr>
            </a:lvl6pPr>
            <a:lvl7pPr marL="914400" algn="l" rtl="0" eaLnBrk="0" fontAlgn="base" latinLnBrk="1" hangingPunct="0">
              <a:spcBef>
                <a:spcPct val="0"/>
              </a:spcBef>
              <a:spcAft>
                <a:spcPct val="0"/>
              </a:spcAft>
              <a:defRPr kumimoji="1" sz="2800" b="1">
                <a:solidFill>
                  <a:srgbClr val="0000FF"/>
                </a:solidFill>
                <a:latin typeface="굴림" charset="-127"/>
                <a:ea typeface="굴림" charset="-127"/>
              </a:defRPr>
            </a:lvl7pPr>
            <a:lvl8pPr marL="1371600" algn="l" rtl="0" eaLnBrk="0" fontAlgn="base" latinLnBrk="1" hangingPunct="0">
              <a:spcBef>
                <a:spcPct val="0"/>
              </a:spcBef>
              <a:spcAft>
                <a:spcPct val="0"/>
              </a:spcAft>
              <a:defRPr kumimoji="1" sz="2800" b="1">
                <a:solidFill>
                  <a:srgbClr val="0000FF"/>
                </a:solidFill>
                <a:latin typeface="굴림" charset="-127"/>
                <a:ea typeface="굴림" charset="-127"/>
              </a:defRPr>
            </a:lvl8pPr>
            <a:lvl9pPr marL="1828800" algn="l" rtl="0" eaLnBrk="0" fontAlgn="base" latinLnBrk="1" hangingPunct="0">
              <a:spcBef>
                <a:spcPct val="0"/>
              </a:spcBef>
              <a:spcAft>
                <a:spcPct val="0"/>
              </a:spcAft>
              <a:defRPr kumimoji="1" sz="2800" b="1">
                <a:solidFill>
                  <a:srgbClr val="0000FF"/>
                </a:solidFill>
                <a:latin typeface="굴림" charset="-127"/>
                <a:ea typeface="굴림" charset="-127"/>
              </a:defRPr>
            </a:lvl9pPr>
          </a:lstStyle>
          <a:p>
            <a:pPr algn="ctr"/>
            <a:r>
              <a:rPr lang="en-US" sz="3200" dirty="0"/>
              <a:t>System Overview</a:t>
            </a:r>
            <a:endParaRPr lang="en-US" sz="1100" kern="0" dirty="0"/>
          </a:p>
        </p:txBody>
      </p:sp>
      <p:cxnSp>
        <p:nvCxnSpPr>
          <p:cNvPr id="14" name="Straight Connector 13">
            <a:extLst>
              <a:ext uri="{FF2B5EF4-FFF2-40B4-BE49-F238E27FC236}">
                <a16:creationId xmlns:a16="http://schemas.microsoft.com/office/drawing/2014/main" id="{D126E861-39EA-AA3E-CAD3-36762820A410}"/>
              </a:ext>
            </a:extLst>
          </p:cNvPr>
          <p:cNvCxnSpPr/>
          <p:nvPr/>
        </p:nvCxnSpPr>
        <p:spPr>
          <a:xfrm>
            <a:off x="411061" y="5989739"/>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A89AF7A-ED56-6E8A-94DD-FE9CC44E026D}"/>
              </a:ext>
            </a:extLst>
          </p:cNvPr>
          <p:cNvCxnSpPr/>
          <p:nvPr/>
        </p:nvCxnSpPr>
        <p:spPr>
          <a:xfrm>
            <a:off x="411061" y="899020"/>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AAF6EE7-5285-F893-5D80-8D329BDCC8E0}"/>
              </a:ext>
            </a:extLst>
          </p:cNvPr>
          <p:cNvSpPr txBox="1"/>
          <p:nvPr/>
        </p:nvSpPr>
        <p:spPr>
          <a:xfrm>
            <a:off x="220304" y="4708595"/>
            <a:ext cx="10942739" cy="338554"/>
          </a:xfrm>
          <a:prstGeom prst="rect">
            <a:avLst/>
          </a:prstGeom>
          <a:noFill/>
        </p:spPr>
        <p:txBody>
          <a:bodyPr wrap="square" rtlCol="0">
            <a:spAutoFit/>
          </a:bodyPr>
          <a:lstStyle/>
          <a:p>
            <a:pPr algn="ctr"/>
            <a:r>
              <a:rPr lang="en-US" sz="1600" kern="0" dirty="0">
                <a:solidFill>
                  <a:srgbClr val="000000"/>
                </a:solidFill>
                <a:effectLst/>
                <a:latin typeface="한양신명조"/>
              </a:rPr>
              <a:t>We used 1 day data to predict 1 day future data</a:t>
            </a:r>
          </a:p>
        </p:txBody>
      </p:sp>
      <p:sp>
        <p:nvSpPr>
          <p:cNvPr id="2" name="Rectangle 1">
            <a:extLst>
              <a:ext uri="{FF2B5EF4-FFF2-40B4-BE49-F238E27FC236}">
                <a16:creationId xmlns:a16="http://schemas.microsoft.com/office/drawing/2014/main" id="{F821D95A-AAB4-0EBC-6D29-1ECF4F67C6F4}"/>
              </a:ext>
            </a:extLst>
          </p:cNvPr>
          <p:cNvSpPr/>
          <p:nvPr/>
        </p:nvSpPr>
        <p:spPr>
          <a:xfrm>
            <a:off x="2674189" y="2383628"/>
            <a:ext cx="527651" cy="38818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8904CE9E-56A3-B2C8-A909-C92911F61647}"/>
              </a:ext>
            </a:extLst>
          </p:cNvPr>
          <p:cNvSpPr/>
          <p:nvPr/>
        </p:nvSpPr>
        <p:spPr>
          <a:xfrm>
            <a:off x="3562710" y="2383626"/>
            <a:ext cx="527651" cy="388189"/>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423469E8-5B40-0033-5AE5-CA1A7EF0F205}"/>
              </a:ext>
            </a:extLst>
          </p:cNvPr>
          <p:cNvSpPr/>
          <p:nvPr/>
        </p:nvSpPr>
        <p:spPr>
          <a:xfrm>
            <a:off x="4451231" y="2381418"/>
            <a:ext cx="527651" cy="3881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0" name="Left Brace 19">
            <a:extLst>
              <a:ext uri="{FF2B5EF4-FFF2-40B4-BE49-F238E27FC236}">
                <a16:creationId xmlns:a16="http://schemas.microsoft.com/office/drawing/2014/main" id="{8CFA6A4D-AFB5-3E3F-E2E7-C38A6ABBCD18}"/>
              </a:ext>
            </a:extLst>
          </p:cNvPr>
          <p:cNvSpPr/>
          <p:nvPr/>
        </p:nvSpPr>
        <p:spPr>
          <a:xfrm>
            <a:off x="2299954" y="2418017"/>
            <a:ext cx="183150" cy="174227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306AD012-53EB-78F6-E0D1-CA1D2D671BC9}"/>
              </a:ext>
            </a:extLst>
          </p:cNvPr>
          <p:cNvSpPr txBox="1"/>
          <p:nvPr/>
        </p:nvSpPr>
        <p:spPr>
          <a:xfrm>
            <a:off x="1147314" y="2869988"/>
            <a:ext cx="1335790" cy="338554"/>
          </a:xfrm>
          <a:prstGeom prst="rect">
            <a:avLst/>
          </a:prstGeom>
          <a:noFill/>
        </p:spPr>
        <p:txBody>
          <a:bodyPr wrap="square" rtlCol="0">
            <a:spAutoFit/>
          </a:bodyPr>
          <a:lstStyle/>
          <a:p>
            <a:pPr algn="ctr"/>
            <a:r>
              <a:rPr lang="en-US" sz="1600" dirty="0"/>
              <a:t>Windows</a:t>
            </a:r>
            <a:endParaRPr lang="en-US" sz="1600" kern="0" dirty="0">
              <a:solidFill>
                <a:srgbClr val="000000"/>
              </a:solidFill>
              <a:effectLst/>
              <a:latin typeface="한양신명조"/>
            </a:endParaRPr>
          </a:p>
        </p:txBody>
      </p:sp>
      <p:sp>
        <p:nvSpPr>
          <p:cNvPr id="22" name="TextBox 21">
            <a:extLst>
              <a:ext uri="{FF2B5EF4-FFF2-40B4-BE49-F238E27FC236}">
                <a16:creationId xmlns:a16="http://schemas.microsoft.com/office/drawing/2014/main" id="{6A5FAAB3-DD06-2D97-5C80-E3EB49DF8DC8}"/>
              </a:ext>
            </a:extLst>
          </p:cNvPr>
          <p:cNvSpPr txBox="1"/>
          <p:nvPr/>
        </p:nvSpPr>
        <p:spPr>
          <a:xfrm>
            <a:off x="2224470" y="1971168"/>
            <a:ext cx="1335790" cy="338554"/>
          </a:xfrm>
          <a:prstGeom prst="rect">
            <a:avLst/>
          </a:prstGeom>
          <a:noFill/>
        </p:spPr>
        <p:txBody>
          <a:bodyPr wrap="square" rtlCol="0">
            <a:spAutoFit/>
          </a:bodyPr>
          <a:lstStyle/>
          <a:p>
            <a:pPr algn="ctr"/>
            <a:r>
              <a:rPr lang="en-US" sz="1600" dirty="0"/>
              <a:t>1 Day</a:t>
            </a:r>
            <a:endParaRPr lang="en-US" sz="1600" kern="0" dirty="0">
              <a:solidFill>
                <a:srgbClr val="000000"/>
              </a:solidFill>
              <a:effectLst/>
              <a:latin typeface="한양신명조"/>
            </a:endParaRPr>
          </a:p>
        </p:txBody>
      </p:sp>
      <p:sp>
        <p:nvSpPr>
          <p:cNvPr id="23" name="TextBox 22">
            <a:extLst>
              <a:ext uri="{FF2B5EF4-FFF2-40B4-BE49-F238E27FC236}">
                <a16:creationId xmlns:a16="http://schemas.microsoft.com/office/drawing/2014/main" id="{56AD527D-6B51-3F08-66D8-363E204BFAA1}"/>
              </a:ext>
            </a:extLst>
          </p:cNvPr>
          <p:cNvSpPr txBox="1"/>
          <p:nvPr/>
        </p:nvSpPr>
        <p:spPr>
          <a:xfrm>
            <a:off x="3374365" y="1955942"/>
            <a:ext cx="828920" cy="338554"/>
          </a:xfrm>
          <a:prstGeom prst="rect">
            <a:avLst/>
          </a:prstGeom>
          <a:noFill/>
        </p:spPr>
        <p:txBody>
          <a:bodyPr wrap="square" rtlCol="0">
            <a:spAutoFit/>
          </a:bodyPr>
          <a:lstStyle/>
          <a:p>
            <a:pPr algn="ctr"/>
            <a:r>
              <a:rPr lang="en-US" sz="1600" dirty="0"/>
              <a:t>1 Day</a:t>
            </a:r>
            <a:endParaRPr lang="en-US" sz="1600" kern="0" dirty="0">
              <a:solidFill>
                <a:srgbClr val="000000"/>
              </a:solidFill>
              <a:effectLst/>
              <a:latin typeface="한양신명조"/>
            </a:endParaRPr>
          </a:p>
        </p:txBody>
      </p:sp>
      <p:sp>
        <p:nvSpPr>
          <p:cNvPr id="24" name="TextBox 23">
            <a:extLst>
              <a:ext uri="{FF2B5EF4-FFF2-40B4-BE49-F238E27FC236}">
                <a16:creationId xmlns:a16="http://schemas.microsoft.com/office/drawing/2014/main" id="{27F245CF-BFAA-9D52-CD81-548F2BB632A2}"/>
              </a:ext>
            </a:extLst>
          </p:cNvPr>
          <p:cNvSpPr txBox="1"/>
          <p:nvPr/>
        </p:nvSpPr>
        <p:spPr>
          <a:xfrm>
            <a:off x="4308274" y="1992544"/>
            <a:ext cx="996023" cy="338554"/>
          </a:xfrm>
          <a:prstGeom prst="rect">
            <a:avLst/>
          </a:prstGeom>
          <a:noFill/>
        </p:spPr>
        <p:txBody>
          <a:bodyPr wrap="square" rtlCol="0">
            <a:spAutoFit/>
          </a:bodyPr>
          <a:lstStyle/>
          <a:p>
            <a:pPr algn="ctr"/>
            <a:r>
              <a:rPr lang="en-US" sz="1600" kern="0" dirty="0">
                <a:solidFill>
                  <a:srgbClr val="000000"/>
                </a:solidFill>
                <a:effectLst/>
                <a:latin typeface="한양신명조"/>
              </a:rPr>
              <a:t>Test Data</a:t>
            </a:r>
          </a:p>
        </p:txBody>
      </p:sp>
      <p:sp>
        <p:nvSpPr>
          <p:cNvPr id="25" name="Content Placeholder 2">
            <a:extLst>
              <a:ext uri="{FF2B5EF4-FFF2-40B4-BE49-F238E27FC236}">
                <a16:creationId xmlns:a16="http://schemas.microsoft.com/office/drawing/2014/main" id="{FF62C6C4-0591-4905-F385-687718D94B9C}"/>
              </a:ext>
            </a:extLst>
          </p:cNvPr>
          <p:cNvSpPr txBox="1">
            <a:spLocks/>
          </p:cNvSpPr>
          <p:nvPr/>
        </p:nvSpPr>
        <p:spPr>
          <a:xfrm>
            <a:off x="378821" y="1098668"/>
            <a:ext cx="2752568" cy="514904"/>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Data Preprocessing</a:t>
            </a:r>
            <a:endParaRPr lang="en-US" dirty="0"/>
          </a:p>
        </p:txBody>
      </p:sp>
      <p:sp>
        <p:nvSpPr>
          <p:cNvPr id="3" name="Rectangle 2">
            <a:extLst>
              <a:ext uri="{FF2B5EF4-FFF2-40B4-BE49-F238E27FC236}">
                <a16:creationId xmlns:a16="http://schemas.microsoft.com/office/drawing/2014/main" id="{F2BC1CE0-B6A0-5879-A01F-71D6627E9A7A}"/>
              </a:ext>
            </a:extLst>
          </p:cNvPr>
          <p:cNvSpPr/>
          <p:nvPr/>
        </p:nvSpPr>
        <p:spPr>
          <a:xfrm>
            <a:off x="9042982" y="2400890"/>
            <a:ext cx="527651" cy="38818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 name="Rectangle 3">
            <a:extLst>
              <a:ext uri="{FF2B5EF4-FFF2-40B4-BE49-F238E27FC236}">
                <a16:creationId xmlns:a16="http://schemas.microsoft.com/office/drawing/2014/main" id="{E1B7629E-E0C4-8333-77D6-25A545433DA0}"/>
              </a:ext>
            </a:extLst>
          </p:cNvPr>
          <p:cNvSpPr/>
          <p:nvPr/>
        </p:nvSpPr>
        <p:spPr>
          <a:xfrm>
            <a:off x="9042982" y="3157126"/>
            <a:ext cx="527651" cy="388189"/>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A4211284-8006-41A6-AD44-C3234A15740C}"/>
              </a:ext>
            </a:extLst>
          </p:cNvPr>
          <p:cNvSpPr/>
          <p:nvPr/>
        </p:nvSpPr>
        <p:spPr>
          <a:xfrm>
            <a:off x="9042983" y="4099716"/>
            <a:ext cx="527651" cy="3881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6" name="TextBox 25">
            <a:extLst>
              <a:ext uri="{FF2B5EF4-FFF2-40B4-BE49-F238E27FC236}">
                <a16:creationId xmlns:a16="http://schemas.microsoft.com/office/drawing/2014/main" id="{AEB4CE3D-CB93-8B30-273B-700682379820}"/>
              </a:ext>
            </a:extLst>
          </p:cNvPr>
          <p:cNvSpPr txBox="1"/>
          <p:nvPr/>
        </p:nvSpPr>
        <p:spPr>
          <a:xfrm>
            <a:off x="9238104" y="2400205"/>
            <a:ext cx="1335790" cy="338554"/>
          </a:xfrm>
          <a:prstGeom prst="rect">
            <a:avLst/>
          </a:prstGeom>
          <a:noFill/>
        </p:spPr>
        <p:txBody>
          <a:bodyPr wrap="square" rtlCol="0">
            <a:spAutoFit/>
          </a:bodyPr>
          <a:lstStyle/>
          <a:p>
            <a:pPr algn="ctr"/>
            <a:r>
              <a:rPr lang="en-US" sz="1600" dirty="0"/>
              <a:t>Train</a:t>
            </a:r>
            <a:endParaRPr lang="en-US" sz="1600" kern="0" dirty="0">
              <a:solidFill>
                <a:srgbClr val="000000"/>
              </a:solidFill>
              <a:effectLst/>
              <a:latin typeface="한양신명조"/>
            </a:endParaRPr>
          </a:p>
        </p:txBody>
      </p:sp>
      <p:sp>
        <p:nvSpPr>
          <p:cNvPr id="27" name="TextBox 26">
            <a:extLst>
              <a:ext uri="{FF2B5EF4-FFF2-40B4-BE49-F238E27FC236}">
                <a16:creationId xmlns:a16="http://schemas.microsoft.com/office/drawing/2014/main" id="{CEEDEAC4-186E-FAAE-ADDA-41F81B1F6E41}"/>
              </a:ext>
            </a:extLst>
          </p:cNvPr>
          <p:cNvSpPr txBox="1"/>
          <p:nvPr/>
        </p:nvSpPr>
        <p:spPr>
          <a:xfrm>
            <a:off x="9487962" y="3181943"/>
            <a:ext cx="1335790" cy="338554"/>
          </a:xfrm>
          <a:prstGeom prst="rect">
            <a:avLst/>
          </a:prstGeom>
          <a:noFill/>
        </p:spPr>
        <p:txBody>
          <a:bodyPr wrap="square" rtlCol="0">
            <a:spAutoFit/>
          </a:bodyPr>
          <a:lstStyle/>
          <a:p>
            <a:pPr algn="ctr"/>
            <a:r>
              <a:rPr lang="en-US" sz="1600" kern="0" dirty="0">
                <a:solidFill>
                  <a:srgbClr val="000000"/>
                </a:solidFill>
                <a:latin typeface="한양신명조"/>
              </a:rPr>
              <a:t>Validation</a:t>
            </a:r>
            <a:endParaRPr lang="en-US" sz="1600" kern="0" dirty="0">
              <a:solidFill>
                <a:srgbClr val="000000"/>
              </a:solidFill>
              <a:effectLst/>
              <a:latin typeface="한양신명조"/>
            </a:endParaRPr>
          </a:p>
        </p:txBody>
      </p:sp>
      <p:sp>
        <p:nvSpPr>
          <p:cNvPr id="28" name="TextBox 27">
            <a:extLst>
              <a:ext uri="{FF2B5EF4-FFF2-40B4-BE49-F238E27FC236}">
                <a16:creationId xmlns:a16="http://schemas.microsoft.com/office/drawing/2014/main" id="{9AA42B5B-B36A-5555-D1FF-528D4FEAC9AC}"/>
              </a:ext>
            </a:extLst>
          </p:cNvPr>
          <p:cNvSpPr txBox="1"/>
          <p:nvPr/>
        </p:nvSpPr>
        <p:spPr>
          <a:xfrm>
            <a:off x="9222943" y="4138028"/>
            <a:ext cx="1366112" cy="338554"/>
          </a:xfrm>
          <a:prstGeom prst="rect">
            <a:avLst/>
          </a:prstGeom>
          <a:noFill/>
        </p:spPr>
        <p:txBody>
          <a:bodyPr wrap="square" rtlCol="0">
            <a:spAutoFit/>
          </a:bodyPr>
          <a:lstStyle/>
          <a:p>
            <a:pPr algn="ctr"/>
            <a:r>
              <a:rPr lang="en-US" sz="1600" kern="0" dirty="0">
                <a:solidFill>
                  <a:srgbClr val="000000"/>
                </a:solidFill>
                <a:latin typeface="한양신명조"/>
              </a:rPr>
              <a:t>Test</a:t>
            </a:r>
            <a:endParaRPr lang="en-US" sz="1600" kern="0" dirty="0">
              <a:solidFill>
                <a:srgbClr val="000000"/>
              </a:solidFill>
              <a:effectLst/>
              <a:latin typeface="한양신명조"/>
            </a:endParaRPr>
          </a:p>
        </p:txBody>
      </p:sp>
      <p:sp>
        <p:nvSpPr>
          <p:cNvPr id="44" name="Rectangle 43">
            <a:extLst>
              <a:ext uri="{FF2B5EF4-FFF2-40B4-BE49-F238E27FC236}">
                <a16:creationId xmlns:a16="http://schemas.microsoft.com/office/drawing/2014/main" id="{976E7603-BC39-B78B-FC33-4DAE2DB8C213}"/>
              </a:ext>
            </a:extLst>
          </p:cNvPr>
          <p:cNvSpPr/>
          <p:nvPr/>
        </p:nvSpPr>
        <p:spPr>
          <a:xfrm>
            <a:off x="3553073" y="2881478"/>
            <a:ext cx="527651" cy="38818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 name="Rectangle 44">
            <a:extLst>
              <a:ext uri="{FF2B5EF4-FFF2-40B4-BE49-F238E27FC236}">
                <a16:creationId xmlns:a16="http://schemas.microsoft.com/office/drawing/2014/main" id="{8DE6F0D4-3CD3-A360-E567-EF0548D6B771}"/>
              </a:ext>
            </a:extLst>
          </p:cNvPr>
          <p:cNvSpPr/>
          <p:nvPr/>
        </p:nvSpPr>
        <p:spPr>
          <a:xfrm>
            <a:off x="4441594" y="2881476"/>
            <a:ext cx="527651" cy="388189"/>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46" name="Rectangle 45">
            <a:extLst>
              <a:ext uri="{FF2B5EF4-FFF2-40B4-BE49-F238E27FC236}">
                <a16:creationId xmlns:a16="http://schemas.microsoft.com/office/drawing/2014/main" id="{C164FAB2-0973-3571-78C6-6642405E05EA}"/>
              </a:ext>
            </a:extLst>
          </p:cNvPr>
          <p:cNvSpPr/>
          <p:nvPr/>
        </p:nvSpPr>
        <p:spPr>
          <a:xfrm>
            <a:off x="5330115" y="2879268"/>
            <a:ext cx="527651" cy="3881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7" name="Rectangle 46">
            <a:extLst>
              <a:ext uri="{FF2B5EF4-FFF2-40B4-BE49-F238E27FC236}">
                <a16:creationId xmlns:a16="http://schemas.microsoft.com/office/drawing/2014/main" id="{FC15A186-6E31-89B0-272C-D2064FC13B0D}"/>
              </a:ext>
            </a:extLst>
          </p:cNvPr>
          <p:cNvSpPr/>
          <p:nvPr/>
        </p:nvSpPr>
        <p:spPr>
          <a:xfrm>
            <a:off x="4456892" y="3387146"/>
            <a:ext cx="527651" cy="38818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8" name="Rectangle 47">
            <a:extLst>
              <a:ext uri="{FF2B5EF4-FFF2-40B4-BE49-F238E27FC236}">
                <a16:creationId xmlns:a16="http://schemas.microsoft.com/office/drawing/2014/main" id="{58B9A657-D5C2-7652-3A44-B5CBB39350C9}"/>
              </a:ext>
            </a:extLst>
          </p:cNvPr>
          <p:cNvSpPr/>
          <p:nvPr/>
        </p:nvSpPr>
        <p:spPr>
          <a:xfrm>
            <a:off x="5345413" y="3387144"/>
            <a:ext cx="527651" cy="388189"/>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49" name="Rectangle 48">
            <a:extLst>
              <a:ext uri="{FF2B5EF4-FFF2-40B4-BE49-F238E27FC236}">
                <a16:creationId xmlns:a16="http://schemas.microsoft.com/office/drawing/2014/main" id="{46992334-3710-B327-5318-0645E4196897}"/>
              </a:ext>
            </a:extLst>
          </p:cNvPr>
          <p:cNvSpPr/>
          <p:nvPr/>
        </p:nvSpPr>
        <p:spPr>
          <a:xfrm>
            <a:off x="6233934" y="3384936"/>
            <a:ext cx="527651" cy="3881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0" name="Rectangle 49">
            <a:extLst>
              <a:ext uri="{FF2B5EF4-FFF2-40B4-BE49-F238E27FC236}">
                <a16:creationId xmlns:a16="http://schemas.microsoft.com/office/drawing/2014/main" id="{3B2DA35A-38F3-7F3F-3889-9F5DA8176AD7}"/>
              </a:ext>
            </a:extLst>
          </p:cNvPr>
          <p:cNvSpPr/>
          <p:nvPr/>
        </p:nvSpPr>
        <p:spPr>
          <a:xfrm>
            <a:off x="5343887" y="3875844"/>
            <a:ext cx="527651" cy="38818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 name="Rectangle 50">
            <a:extLst>
              <a:ext uri="{FF2B5EF4-FFF2-40B4-BE49-F238E27FC236}">
                <a16:creationId xmlns:a16="http://schemas.microsoft.com/office/drawing/2014/main" id="{24CA58B6-8063-61BE-B284-68CC600538D0}"/>
              </a:ext>
            </a:extLst>
          </p:cNvPr>
          <p:cNvSpPr/>
          <p:nvPr/>
        </p:nvSpPr>
        <p:spPr>
          <a:xfrm>
            <a:off x="6232408" y="3875842"/>
            <a:ext cx="527651" cy="388189"/>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52" name="Rectangle 51">
            <a:extLst>
              <a:ext uri="{FF2B5EF4-FFF2-40B4-BE49-F238E27FC236}">
                <a16:creationId xmlns:a16="http://schemas.microsoft.com/office/drawing/2014/main" id="{E8DEEE85-D44B-8F3A-5AFF-B26C2E6E0C25}"/>
              </a:ext>
            </a:extLst>
          </p:cNvPr>
          <p:cNvSpPr/>
          <p:nvPr/>
        </p:nvSpPr>
        <p:spPr>
          <a:xfrm>
            <a:off x="7120929" y="3873634"/>
            <a:ext cx="527651" cy="3881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664863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6A31A6-EB81-B59C-3AE6-E9015E4B78AC}"/>
              </a:ext>
            </a:extLst>
          </p:cNvPr>
          <p:cNvSpPr>
            <a:spLocks noGrp="1"/>
          </p:cNvSpPr>
          <p:nvPr>
            <p:ph idx="1"/>
          </p:nvPr>
        </p:nvSpPr>
        <p:spPr>
          <a:xfrm>
            <a:off x="378820" y="1098668"/>
            <a:ext cx="7195171" cy="514904"/>
          </a:xfrm>
        </p:spPr>
        <p:txBody>
          <a:bodyPr>
            <a:normAutofit fontScale="70000" lnSpcReduction="20000"/>
          </a:bodyPr>
          <a:lstStyle/>
          <a:p>
            <a:r>
              <a:rPr lang="en-US" dirty="0"/>
              <a:t>Deep learning model based on Power Generation forecasting</a:t>
            </a:r>
          </a:p>
        </p:txBody>
      </p:sp>
      <p:sp>
        <p:nvSpPr>
          <p:cNvPr id="11" name="Slide Number Placeholder 10">
            <a:extLst>
              <a:ext uri="{FF2B5EF4-FFF2-40B4-BE49-F238E27FC236}">
                <a16:creationId xmlns:a16="http://schemas.microsoft.com/office/drawing/2014/main" id="{C9EA4C25-599C-38B5-A796-22C6FBA7087A}"/>
              </a:ext>
            </a:extLst>
          </p:cNvPr>
          <p:cNvSpPr>
            <a:spLocks noGrp="1"/>
          </p:cNvSpPr>
          <p:nvPr>
            <p:ph type="sldNum" sz="quarter" idx="12"/>
          </p:nvPr>
        </p:nvSpPr>
        <p:spPr/>
        <p:txBody>
          <a:bodyPr/>
          <a:lstStyle/>
          <a:p>
            <a:fld id="{3FE5B538-B59D-40BE-A71D-808D1A583C60}" type="slidenum">
              <a:rPr lang="en-US" smtClean="0"/>
              <a:t>10</a:t>
            </a:fld>
            <a:endParaRPr lang="en-US"/>
          </a:p>
        </p:txBody>
      </p:sp>
      <p:pic>
        <p:nvPicPr>
          <p:cNvPr id="12" name="그림 6" descr="텍스트이(가) 표시된 사진&#10;&#10;자동 생성된 설명">
            <a:extLst>
              <a:ext uri="{FF2B5EF4-FFF2-40B4-BE49-F238E27FC236}">
                <a16:creationId xmlns:a16="http://schemas.microsoft.com/office/drawing/2014/main" id="{55F9D8A3-DF34-0697-C696-4D948ACA16A3}"/>
              </a:ext>
            </a:extLst>
          </p:cNvPr>
          <p:cNvPicPr>
            <a:picLocks noChangeAspect="1"/>
          </p:cNvPicPr>
          <p:nvPr/>
        </p:nvPicPr>
        <p:blipFill rotWithShape="1">
          <a:blip r:embed="rId2">
            <a:extLst>
              <a:ext uri="{28A0092B-C50C-407E-A947-70E740481C1C}">
                <a14:useLocalDpi xmlns:a14="http://schemas.microsoft.com/office/drawing/2010/main" val="0"/>
              </a:ext>
            </a:extLst>
          </a:blip>
          <a:srcRect l="1921" b="3673"/>
          <a:stretch/>
        </p:blipFill>
        <p:spPr>
          <a:xfrm>
            <a:off x="320811" y="6158506"/>
            <a:ext cx="2477151" cy="562969"/>
          </a:xfrm>
          <a:prstGeom prst="rect">
            <a:avLst/>
          </a:prstGeom>
        </p:spPr>
      </p:pic>
      <p:sp>
        <p:nvSpPr>
          <p:cNvPr id="13" name="Title 1">
            <a:extLst>
              <a:ext uri="{FF2B5EF4-FFF2-40B4-BE49-F238E27FC236}">
                <a16:creationId xmlns:a16="http://schemas.microsoft.com/office/drawing/2014/main" id="{1D2803E2-2778-D73D-9D85-2D314BA1D3E4}"/>
              </a:ext>
            </a:extLst>
          </p:cNvPr>
          <p:cNvSpPr txBox="1">
            <a:spLocks/>
          </p:cNvSpPr>
          <p:nvPr/>
        </p:nvSpPr>
        <p:spPr bwMode="auto">
          <a:xfrm>
            <a:off x="951319" y="106533"/>
            <a:ext cx="10289362" cy="72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latinLnBrk="1" hangingPunct="0">
              <a:spcBef>
                <a:spcPct val="0"/>
              </a:spcBef>
              <a:spcAft>
                <a:spcPct val="0"/>
              </a:spcAft>
              <a:defRPr kumimoji="1" sz="2800" b="1">
                <a:solidFill>
                  <a:srgbClr val="0000FF"/>
                </a:solidFill>
                <a:latin typeface="+mj-lt"/>
                <a:ea typeface="+mj-ea"/>
                <a:cs typeface="+mj-cs"/>
              </a:defRPr>
            </a:lvl1pPr>
            <a:lvl2pPr algn="l" rtl="0" eaLnBrk="0" fontAlgn="base" latinLnBrk="1" hangingPunct="0">
              <a:spcBef>
                <a:spcPct val="0"/>
              </a:spcBef>
              <a:spcAft>
                <a:spcPct val="0"/>
              </a:spcAft>
              <a:defRPr kumimoji="1" sz="2800" b="1">
                <a:solidFill>
                  <a:srgbClr val="0000FF"/>
                </a:solidFill>
                <a:latin typeface="굴림" charset="-127"/>
                <a:ea typeface="굴림" charset="-127"/>
              </a:defRPr>
            </a:lvl2pPr>
            <a:lvl3pPr algn="l" rtl="0" eaLnBrk="0" fontAlgn="base" latinLnBrk="1" hangingPunct="0">
              <a:spcBef>
                <a:spcPct val="0"/>
              </a:spcBef>
              <a:spcAft>
                <a:spcPct val="0"/>
              </a:spcAft>
              <a:defRPr kumimoji="1" sz="2800" b="1">
                <a:solidFill>
                  <a:srgbClr val="0000FF"/>
                </a:solidFill>
                <a:latin typeface="굴림" charset="-127"/>
                <a:ea typeface="굴림" charset="-127"/>
              </a:defRPr>
            </a:lvl3pPr>
            <a:lvl4pPr algn="l" rtl="0" eaLnBrk="0" fontAlgn="base" latinLnBrk="1" hangingPunct="0">
              <a:spcBef>
                <a:spcPct val="0"/>
              </a:spcBef>
              <a:spcAft>
                <a:spcPct val="0"/>
              </a:spcAft>
              <a:defRPr kumimoji="1" sz="2800" b="1">
                <a:solidFill>
                  <a:srgbClr val="0000FF"/>
                </a:solidFill>
                <a:latin typeface="굴림" charset="-127"/>
                <a:ea typeface="굴림" charset="-127"/>
              </a:defRPr>
            </a:lvl4pPr>
            <a:lvl5pPr algn="l" rtl="0" eaLnBrk="0" fontAlgn="base" latinLnBrk="1" hangingPunct="0">
              <a:spcBef>
                <a:spcPct val="0"/>
              </a:spcBef>
              <a:spcAft>
                <a:spcPct val="0"/>
              </a:spcAft>
              <a:defRPr kumimoji="1" sz="2800" b="1">
                <a:solidFill>
                  <a:srgbClr val="0000FF"/>
                </a:solidFill>
                <a:latin typeface="굴림" charset="-127"/>
                <a:ea typeface="굴림" charset="-127"/>
              </a:defRPr>
            </a:lvl5pPr>
            <a:lvl6pPr marL="457200" algn="l" rtl="0" eaLnBrk="0" fontAlgn="base" latinLnBrk="1" hangingPunct="0">
              <a:spcBef>
                <a:spcPct val="0"/>
              </a:spcBef>
              <a:spcAft>
                <a:spcPct val="0"/>
              </a:spcAft>
              <a:defRPr kumimoji="1" sz="2800" b="1">
                <a:solidFill>
                  <a:srgbClr val="0000FF"/>
                </a:solidFill>
                <a:latin typeface="굴림" charset="-127"/>
                <a:ea typeface="굴림" charset="-127"/>
              </a:defRPr>
            </a:lvl6pPr>
            <a:lvl7pPr marL="914400" algn="l" rtl="0" eaLnBrk="0" fontAlgn="base" latinLnBrk="1" hangingPunct="0">
              <a:spcBef>
                <a:spcPct val="0"/>
              </a:spcBef>
              <a:spcAft>
                <a:spcPct val="0"/>
              </a:spcAft>
              <a:defRPr kumimoji="1" sz="2800" b="1">
                <a:solidFill>
                  <a:srgbClr val="0000FF"/>
                </a:solidFill>
                <a:latin typeface="굴림" charset="-127"/>
                <a:ea typeface="굴림" charset="-127"/>
              </a:defRPr>
            </a:lvl7pPr>
            <a:lvl8pPr marL="1371600" algn="l" rtl="0" eaLnBrk="0" fontAlgn="base" latinLnBrk="1" hangingPunct="0">
              <a:spcBef>
                <a:spcPct val="0"/>
              </a:spcBef>
              <a:spcAft>
                <a:spcPct val="0"/>
              </a:spcAft>
              <a:defRPr kumimoji="1" sz="2800" b="1">
                <a:solidFill>
                  <a:srgbClr val="0000FF"/>
                </a:solidFill>
                <a:latin typeface="굴림" charset="-127"/>
                <a:ea typeface="굴림" charset="-127"/>
              </a:defRPr>
            </a:lvl8pPr>
            <a:lvl9pPr marL="1828800" algn="l" rtl="0" eaLnBrk="0" fontAlgn="base" latinLnBrk="1" hangingPunct="0">
              <a:spcBef>
                <a:spcPct val="0"/>
              </a:spcBef>
              <a:spcAft>
                <a:spcPct val="0"/>
              </a:spcAft>
              <a:defRPr kumimoji="1" sz="2800" b="1">
                <a:solidFill>
                  <a:srgbClr val="0000FF"/>
                </a:solidFill>
                <a:latin typeface="굴림" charset="-127"/>
                <a:ea typeface="굴림" charset="-127"/>
              </a:defRPr>
            </a:lvl9pPr>
          </a:lstStyle>
          <a:p>
            <a:pPr algn="ctr"/>
            <a:r>
              <a:rPr lang="en-US" sz="3200" dirty="0"/>
              <a:t>System Overview</a:t>
            </a:r>
            <a:endParaRPr lang="en-US" sz="1100" kern="0" dirty="0"/>
          </a:p>
        </p:txBody>
      </p:sp>
      <p:cxnSp>
        <p:nvCxnSpPr>
          <p:cNvPr id="14" name="Straight Connector 13">
            <a:extLst>
              <a:ext uri="{FF2B5EF4-FFF2-40B4-BE49-F238E27FC236}">
                <a16:creationId xmlns:a16="http://schemas.microsoft.com/office/drawing/2014/main" id="{D126E861-39EA-AA3E-CAD3-36762820A410}"/>
              </a:ext>
            </a:extLst>
          </p:cNvPr>
          <p:cNvCxnSpPr/>
          <p:nvPr/>
        </p:nvCxnSpPr>
        <p:spPr>
          <a:xfrm>
            <a:off x="411061" y="5989739"/>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A89AF7A-ED56-6E8A-94DD-FE9CC44E026D}"/>
              </a:ext>
            </a:extLst>
          </p:cNvPr>
          <p:cNvCxnSpPr/>
          <p:nvPr/>
        </p:nvCxnSpPr>
        <p:spPr>
          <a:xfrm>
            <a:off x="411061" y="899020"/>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AAF6EE7-5285-F893-5D80-8D329BDCC8E0}"/>
              </a:ext>
            </a:extLst>
          </p:cNvPr>
          <p:cNvSpPr txBox="1"/>
          <p:nvPr/>
        </p:nvSpPr>
        <p:spPr>
          <a:xfrm>
            <a:off x="471414" y="4605763"/>
            <a:ext cx="10942739" cy="830997"/>
          </a:xfrm>
          <a:prstGeom prst="rect">
            <a:avLst/>
          </a:prstGeom>
          <a:noFill/>
        </p:spPr>
        <p:txBody>
          <a:bodyPr wrap="square" rtlCol="0">
            <a:spAutoFit/>
          </a:bodyPr>
          <a:lstStyle/>
          <a:p>
            <a:pPr algn="ctr"/>
            <a:r>
              <a:rPr lang="en-US" sz="1600" kern="0" dirty="0">
                <a:solidFill>
                  <a:srgbClr val="000000"/>
                </a:solidFill>
                <a:latin typeface="한양신명조"/>
              </a:rPr>
              <a:t>T</a:t>
            </a:r>
            <a:r>
              <a:rPr lang="en-US" sz="1600" kern="0" dirty="0">
                <a:solidFill>
                  <a:srgbClr val="000000"/>
                </a:solidFill>
                <a:effectLst/>
                <a:latin typeface="한양신명조"/>
              </a:rPr>
              <a:t>he batch size is set to 128, Adam is used as the optimizer with a learning rate of 0.01, iterations are set to 10,000, and a callback function is used to end the experiment if the data has converged or is close to overfitting. This hyperparameter is applied to all models with the same treatment.</a:t>
            </a:r>
          </a:p>
        </p:txBody>
      </p:sp>
      <p:sp>
        <p:nvSpPr>
          <p:cNvPr id="6" name="Rectangle 5">
            <a:extLst>
              <a:ext uri="{FF2B5EF4-FFF2-40B4-BE49-F238E27FC236}">
                <a16:creationId xmlns:a16="http://schemas.microsoft.com/office/drawing/2014/main" id="{D6441BB3-2ED4-0D7D-BF11-2D201E9C9020}"/>
              </a:ext>
            </a:extLst>
          </p:cNvPr>
          <p:cNvSpPr/>
          <p:nvPr/>
        </p:nvSpPr>
        <p:spPr>
          <a:xfrm>
            <a:off x="2095273" y="2208864"/>
            <a:ext cx="1616143" cy="57552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Weather Data</a:t>
            </a:r>
          </a:p>
        </p:txBody>
      </p:sp>
      <p:sp>
        <p:nvSpPr>
          <p:cNvPr id="25" name="Rectangle 24">
            <a:extLst>
              <a:ext uri="{FF2B5EF4-FFF2-40B4-BE49-F238E27FC236}">
                <a16:creationId xmlns:a16="http://schemas.microsoft.com/office/drawing/2014/main" id="{1122EDBF-CD9F-074F-7B60-C5D7F88D81CC}"/>
              </a:ext>
            </a:extLst>
          </p:cNvPr>
          <p:cNvSpPr/>
          <p:nvPr/>
        </p:nvSpPr>
        <p:spPr>
          <a:xfrm>
            <a:off x="1983130" y="2973852"/>
            <a:ext cx="1728286" cy="57552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Power Generation Data</a:t>
            </a:r>
          </a:p>
        </p:txBody>
      </p:sp>
      <p:sp>
        <p:nvSpPr>
          <p:cNvPr id="26" name="Rectangle 25">
            <a:extLst>
              <a:ext uri="{FF2B5EF4-FFF2-40B4-BE49-F238E27FC236}">
                <a16:creationId xmlns:a16="http://schemas.microsoft.com/office/drawing/2014/main" id="{C4269E80-E2FF-7B47-6A79-3CAAC7007B00}"/>
              </a:ext>
            </a:extLst>
          </p:cNvPr>
          <p:cNvSpPr/>
          <p:nvPr/>
        </p:nvSpPr>
        <p:spPr>
          <a:xfrm>
            <a:off x="4214497" y="2595954"/>
            <a:ext cx="1728286" cy="57552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Pre Processing</a:t>
            </a:r>
          </a:p>
        </p:txBody>
      </p:sp>
      <p:pic>
        <p:nvPicPr>
          <p:cNvPr id="28" name="그림 7">
            <a:extLst>
              <a:ext uri="{FF2B5EF4-FFF2-40B4-BE49-F238E27FC236}">
                <a16:creationId xmlns:a16="http://schemas.microsoft.com/office/drawing/2014/main" id="{56529A48-0573-C3F0-2FFB-BFF3981DE49A}"/>
              </a:ext>
            </a:extLst>
          </p:cNvPr>
          <p:cNvPicPr>
            <a:picLocks noChangeAspect="1"/>
          </p:cNvPicPr>
          <p:nvPr/>
        </p:nvPicPr>
        <p:blipFill rotWithShape="1">
          <a:blip r:embed="rId3"/>
          <a:srcRect r="80339" b="33577"/>
          <a:stretch/>
        </p:blipFill>
        <p:spPr>
          <a:xfrm>
            <a:off x="6682765" y="2326120"/>
            <a:ext cx="706612" cy="1115192"/>
          </a:xfrm>
          <a:prstGeom prst="rect">
            <a:avLst/>
          </a:prstGeom>
        </p:spPr>
      </p:pic>
      <p:sp>
        <p:nvSpPr>
          <p:cNvPr id="29" name="Rectangle 28">
            <a:extLst>
              <a:ext uri="{FF2B5EF4-FFF2-40B4-BE49-F238E27FC236}">
                <a16:creationId xmlns:a16="http://schemas.microsoft.com/office/drawing/2014/main" id="{B1D3164E-DFD3-E77E-1884-DB0AA65DF887}"/>
              </a:ext>
            </a:extLst>
          </p:cNvPr>
          <p:cNvSpPr/>
          <p:nvPr/>
        </p:nvSpPr>
        <p:spPr>
          <a:xfrm>
            <a:off x="8103442" y="2613882"/>
            <a:ext cx="1403228" cy="57552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Forecast Trained Model</a:t>
            </a:r>
          </a:p>
        </p:txBody>
      </p:sp>
      <p:cxnSp>
        <p:nvCxnSpPr>
          <p:cNvPr id="31" name="Connector: Elbow 30">
            <a:extLst>
              <a:ext uri="{FF2B5EF4-FFF2-40B4-BE49-F238E27FC236}">
                <a16:creationId xmlns:a16="http://schemas.microsoft.com/office/drawing/2014/main" id="{A56A331B-1B8E-F711-DA88-E109D0B839E3}"/>
              </a:ext>
            </a:extLst>
          </p:cNvPr>
          <p:cNvCxnSpPr>
            <a:stCxn id="6" idx="3"/>
            <a:endCxn id="26" idx="1"/>
          </p:cNvCxnSpPr>
          <p:nvPr/>
        </p:nvCxnSpPr>
        <p:spPr>
          <a:xfrm>
            <a:off x="3711416" y="2496626"/>
            <a:ext cx="503081" cy="38709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0DE57702-0559-22ED-6964-A6253640DD3A}"/>
              </a:ext>
            </a:extLst>
          </p:cNvPr>
          <p:cNvCxnSpPr>
            <a:cxnSpLocks/>
            <a:stCxn id="25" idx="3"/>
            <a:endCxn id="26" idx="1"/>
          </p:cNvCxnSpPr>
          <p:nvPr/>
        </p:nvCxnSpPr>
        <p:spPr>
          <a:xfrm flipV="1">
            <a:off x="3711416" y="2883716"/>
            <a:ext cx="503081" cy="37789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46D242F6-2220-69A0-E2A0-455E32421401}"/>
              </a:ext>
            </a:extLst>
          </p:cNvPr>
          <p:cNvCxnSpPr>
            <a:cxnSpLocks/>
            <a:stCxn id="26" idx="3"/>
            <a:endCxn id="28" idx="1"/>
          </p:cNvCxnSpPr>
          <p:nvPr/>
        </p:nvCxnSpPr>
        <p:spPr>
          <a:xfrm>
            <a:off x="5942783" y="2883716"/>
            <a:ext cx="739982" cy="1270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44F19759-5FF5-B2B9-F991-5FDC3533F6B4}"/>
              </a:ext>
            </a:extLst>
          </p:cNvPr>
          <p:cNvCxnSpPr>
            <a:cxnSpLocks/>
            <a:stCxn id="28" idx="3"/>
            <a:endCxn id="29" idx="1"/>
          </p:cNvCxnSpPr>
          <p:nvPr/>
        </p:nvCxnSpPr>
        <p:spPr>
          <a:xfrm>
            <a:off x="7389377" y="2883716"/>
            <a:ext cx="714065" cy="1792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BDCD60D7-8C46-45CE-4284-2CC7A3AD3CE9}"/>
              </a:ext>
            </a:extLst>
          </p:cNvPr>
          <p:cNvSpPr/>
          <p:nvPr/>
        </p:nvSpPr>
        <p:spPr>
          <a:xfrm>
            <a:off x="6249216" y="3465124"/>
            <a:ext cx="1728286" cy="41085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LSTM, Bi-LSTM, RNN, and </a:t>
            </a:r>
            <a:r>
              <a:rPr lang="en-US" sz="1200" dirty="0" err="1"/>
              <a:t>ConvLSTM</a:t>
            </a:r>
            <a:endParaRPr lang="en-US" sz="1200" dirty="0"/>
          </a:p>
        </p:txBody>
      </p:sp>
    </p:spTree>
    <p:extLst>
      <p:ext uri="{BB962C8B-B14F-4D97-AF65-F5344CB8AC3E}">
        <p14:creationId xmlns:p14="http://schemas.microsoft.com/office/powerpoint/2010/main" val="538685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6A31A6-EB81-B59C-3AE6-E9015E4B78AC}"/>
              </a:ext>
            </a:extLst>
          </p:cNvPr>
          <p:cNvSpPr>
            <a:spLocks noGrp="1"/>
          </p:cNvSpPr>
          <p:nvPr>
            <p:ph idx="1"/>
          </p:nvPr>
        </p:nvSpPr>
        <p:spPr>
          <a:xfrm>
            <a:off x="378820" y="1098668"/>
            <a:ext cx="7195171" cy="514904"/>
          </a:xfrm>
        </p:spPr>
        <p:txBody>
          <a:bodyPr>
            <a:normAutofit/>
          </a:bodyPr>
          <a:lstStyle/>
          <a:p>
            <a:r>
              <a:rPr lang="en-US" dirty="0"/>
              <a:t>Deep learning model evaluation</a:t>
            </a:r>
          </a:p>
        </p:txBody>
      </p:sp>
      <p:sp>
        <p:nvSpPr>
          <p:cNvPr id="11" name="Slide Number Placeholder 10">
            <a:extLst>
              <a:ext uri="{FF2B5EF4-FFF2-40B4-BE49-F238E27FC236}">
                <a16:creationId xmlns:a16="http://schemas.microsoft.com/office/drawing/2014/main" id="{C9EA4C25-599C-38B5-A796-22C6FBA7087A}"/>
              </a:ext>
            </a:extLst>
          </p:cNvPr>
          <p:cNvSpPr>
            <a:spLocks noGrp="1"/>
          </p:cNvSpPr>
          <p:nvPr>
            <p:ph type="sldNum" sz="quarter" idx="12"/>
          </p:nvPr>
        </p:nvSpPr>
        <p:spPr/>
        <p:txBody>
          <a:bodyPr/>
          <a:lstStyle/>
          <a:p>
            <a:fld id="{3FE5B538-B59D-40BE-A71D-808D1A583C60}" type="slidenum">
              <a:rPr lang="en-US" smtClean="0"/>
              <a:t>11</a:t>
            </a:fld>
            <a:endParaRPr lang="en-US"/>
          </a:p>
        </p:txBody>
      </p:sp>
      <p:pic>
        <p:nvPicPr>
          <p:cNvPr id="12" name="그림 6" descr="텍스트이(가) 표시된 사진&#10;&#10;자동 생성된 설명">
            <a:extLst>
              <a:ext uri="{FF2B5EF4-FFF2-40B4-BE49-F238E27FC236}">
                <a16:creationId xmlns:a16="http://schemas.microsoft.com/office/drawing/2014/main" id="{55F9D8A3-DF34-0697-C696-4D948ACA16A3}"/>
              </a:ext>
            </a:extLst>
          </p:cNvPr>
          <p:cNvPicPr>
            <a:picLocks noChangeAspect="1"/>
          </p:cNvPicPr>
          <p:nvPr/>
        </p:nvPicPr>
        <p:blipFill rotWithShape="1">
          <a:blip r:embed="rId2">
            <a:extLst>
              <a:ext uri="{28A0092B-C50C-407E-A947-70E740481C1C}">
                <a14:useLocalDpi xmlns:a14="http://schemas.microsoft.com/office/drawing/2010/main" val="0"/>
              </a:ext>
            </a:extLst>
          </a:blip>
          <a:srcRect l="1921" b="3673"/>
          <a:stretch/>
        </p:blipFill>
        <p:spPr>
          <a:xfrm>
            <a:off x="320811" y="6158506"/>
            <a:ext cx="2477151" cy="562969"/>
          </a:xfrm>
          <a:prstGeom prst="rect">
            <a:avLst/>
          </a:prstGeom>
        </p:spPr>
      </p:pic>
      <p:sp>
        <p:nvSpPr>
          <p:cNvPr id="13" name="Title 1">
            <a:extLst>
              <a:ext uri="{FF2B5EF4-FFF2-40B4-BE49-F238E27FC236}">
                <a16:creationId xmlns:a16="http://schemas.microsoft.com/office/drawing/2014/main" id="{1D2803E2-2778-D73D-9D85-2D314BA1D3E4}"/>
              </a:ext>
            </a:extLst>
          </p:cNvPr>
          <p:cNvSpPr txBox="1">
            <a:spLocks/>
          </p:cNvSpPr>
          <p:nvPr/>
        </p:nvSpPr>
        <p:spPr bwMode="auto">
          <a:xfrm>
            <a:off x="951319" y="106533"/>
            <a:ext cx="10289362" cy="72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latinLnBrk="1" hangingPunct="0">
              <a:spcBef>
                <a:spcPct val="0"/>
              </a:spcBef>
              <a:spcAft>
                <a:spcPct val="0"/>
              </a:spcAft>
              <a:defRPr kumimoji="1" sz="2800" b="1">
                <a:solidFill>
                  <a:srgbClr val="0000FF"/>
                </a:solidFill>
                <a:latin typeface="+mj-lt"/>
                <a:ea typeface="+mj-ea"/>
                <a:cs typeface="+mj-cs"/>
              </a:defRPr>
            </a:lvl1pPr>
            <a:lvl2pPr algn="l" rtl="0" eaLnBrk="0" fontAlgn="base" latinLnBrk="1" hangingPunct="0">
              <a:spcBef>
                <a:spcPct val="0"/>
              </a:spcBef>
              <a:spcAft>
                <a:spcPct val="0"/>
              </a:spcAft>
              <a:defRPr kumimoji="1" sz="2800" b="1">
                <a:solidFill>
                  <a:srgbClr val="0000FF"/>
                </a:solidFill>
                <a:latin typeface="굴림" charset="-127"/>
                <a:ea typeface="굴림" charset="-127"/>
              </a:defRPr>
            </a:lvl2pPr>
            <a:lvl3pPr algn="l" rtl="0" eaLnBrk="0" fontAlgn="base" latinLnBrk="1" hangingPunct="0">
              <a:spcBef>
                <a:spcPct val="0"/>
              </a:spcBef>
              <a:spcAft>
                <a:spcPct val="0"/>
              </a:spcAft>
              <a:defRPr kumimoji="1" sz="2800" b="1">
                <a:solidFill>
                  <a:srgbClr val="0000FF"/>
                </a:solidFill>
                <a:latin typeface="굴림" charset="-127"/>
                <a:ea typeface="굴림" charset="-127"/>
              </a:defRPr>
            </a:lvl3pPr>
            <a:lvl4pPr algn="l" rtl="0" eaLnBrk="0" fontAlgn="base" latinLnBrk="1" hangingPunct="0">
              <a:spcBef>
                <a:spcPct val="0"/>
              </a:spcBef>
              <a:spcAft>
                <a:spcPct val="0"/>
              </a:spcAft>
              <a:defRPr kumimoji="1" sz="2800" b="1">
                <a:solidFill>
                  <a:srgbClr val="0000FF"/>
                </a:solidFill>
                <a:latin typeface="굴림" charset="-127"/>
                <a:ea typeface="굴림" charset="-127"/>
              </a:defRPr>
            </a:lvl4pPr>
            <a:lvl5pPr algn="l" rtl="0" eaLnBrk="0" fontAlgn="base" latinLnBrk="1" hangingPunct="0">
              <a:spcBef>
                <a:spcPct val="0"/>
              </a:spcBef>
              <a:spcAft>
                <a:spcPct val="0"/>
              </a:spcAft>
              <a:defRPr kumimoji="1" sz="2800" b="1">
                <a:solidFill>
                  <a:srgbClr val="0000FF"/>
                </a:solidFill>
                <a:latin typeface="굴림" charset="-127"/>
                <a:ea typeface="굴림" charset="-127"/>
              </a:defRPr>
            </a:lvl5pPr>
            <a:lvl6pPr marL="457200" algn="l" rtl="0" eaLnBrk="0" fontAlgn="base" latinLnBrk="1" hangingPunct="0">
              <a:spcBef>
                <a:spcPct val="0"/>
              </a:spcBef>
              <a:spcAft>
                <a:spcPct val="0"/>
              </a:spcAft>
              <a:defRPr kumimoji="1" sz="2800" b="1">
                <a:solidFill>
                  <a:srgbClr val="0000FF"/>
                </a:solidFill>
                <a:latin typeface="굴림" charset="-127"/>
                <a:ea typeface="굴림" charset="-127"/>
              </a:defRPr>
            </a:lvl6pPr>
            <a:lvl7pPr marL="914400" algn="l" rtl="0" eaLnBrk="0" fontAlgn="base" latinLnBrk="1" hangingPunct="0">
              <a:spcBef>
                <a:spcPct val="0"/>
              </a:spcBef>
              <a:spcAft>
                <a:spcPct val="0"/>
              </a:spcAft>
              <a:defRPr kumimoji="1" sz="2800" b="1">
                <a:solidFill>
                  <a:srgbClr val="0000FF"/>
                </a:solidFill>
                <a:latin typeface="굴림" charset="-127"/>
                <a:ea typeface="굴림" charset="-127"/>
              </a:defRPr>
            </a:lvl7pPr>
            <a:lvl8pPr marL="1371600" algn="l" rtl="0" eaLnBrk="0" fontAlgn="base" latinLnBrk="1" hangingPunct="0">
              <a:spcBef>
                <a:spcPct val="0"/>
              </a:spcBef>
              <a:spcAft>
                <a:spcPct val="0"/>
              </a:spcAft>
              <a:defRPr kumimoji="1" sz="2800" b="1">
                <a:solidFill>
                  <a:srgbClr val="0000FF"/>
                </a:solidFill>
                <a:latin typeface="굴림" charset="-127"/>
                <a:ea typeface="굴림" charset="-127"/>
              </a:defRPr>
            </a:lvl8pPr>
            <a:lvl9pPr marL="1828800" algn="l" rtl="0" eaLnBrk="0" fontAlgn="base" latinLnBrk="1" hangingPunct="0">
              <a:spcBef>
                <a:spcPct val="0"/>
              </a:spcBef>
              <a:spcAft>
                <a:spcPct val="0"/>
              </a:spcAft>
              <a:defRPr kumimoji="1" sz="2800" b="1">
                <a:solidFill>
                  <a:srgbClr val="0000FF"/>
                </a:solidFill>
                <a:latin typeface="굴림" charset="-127"/>
                <a:ea typeface="굴림" charset="-127"/>
              </a:defRPr>
            </a:lvl9pPr>
          </a:lstStyle>
          <a:p>
            <a:pPr algn="ctr"/>
            <a:r>
              <a:rPr lang="en-US" sz="3200" dirty="0"/>
              <a:t>System Overview</a:t>
            </a:r>
            <a:endParaRPr lang="en-US" sz="1100" kern="0" dirty="0"/>
          </a:p>
        </p:txBody>
      </p:sp>
      <p:cxnSp>
        <p:nvCxnSpPr>
          <p:cNvPr id="14" name="Straight Connector 13">
            <a:extLst>
              <a:ext uri="{FF2B5EF4-FFF2-40B4-BE49-F238E27FC236}">
                <a16:creationId xmlns:a16="http://schemas.microsoft.com/office/drawing/2014/main" id="{D126E861-39EA-AA3E-CAD3-36762820A410}"/>
              </a:ext>
            </a:extLst>
          </p:cNvPr>
          <p:cNvCxnSpPr/>
          <p:nvPr/>
        </p:nvCxnSpPr>
        <p:spPr>
          <a:xfrm>
            <a:off x="411061" y="5989739"/>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A89AF7A-ED56-6E8A-94DD-FE9CC44E026D}"/>
              </a:ext>
            </a:extLst>
          </p:cNvPr>
          <p:cNvCxnSpPr/>
          <p:nvPr/>
        </p:nvCxnSpPr>
        <p:spPr>
          <a:xfrm>
            <a:off x="411061" y="899020"/>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AAF6EE7-5285-F893-5D80-8D329BDCC8E0}"/>
              </a:ext>
            </a:extLst>
          </p:cNvPr>
          <p:cNvSpPr txBox="1"/>
          <p:nvPr/>
        </p:nvSpPr>
        <p:spPr>
          <a:xfrm>
            <a:off x="378820" y="3560343"/>
            <a:ext cx="10942739" cy="1356910"/>
          </a:xfrm>
          <a:prstGeom prst="rect">
            <a:avLst/>
          </a:prstGeom>
          <a:noFill/>
        </p:spPr>
        <p:txBody>
          <a:bodyPr wrap="square" rtlCol="0">
            <a:spAutoFit/>
          </a:bodyPr>
          <a:lstStyle/>
          <a:p>
            <a:pPr marL="0" marR="0" indent="222250" algn="just" fontAlgn="base" latinLnBrk="1">
              <a:lnSpc>
                <a:spcPct val="158000"/>
              </a:lnSpc>
              <a:spcBef>
                <a:spcPts val="0"/>
              </a:spcBef>
              <a:spcAft>
                <a:spcPts val="0"/>
              </a:spcAft>
            </a:pPr>
            <a:r>
              <a:rPr lang="en-US" sz="1800" kern="0" spc="-50" dirty="0">
                <a:solidFill>
                  <a:srgbClr val="000000"/>
                </a:solidFill>
                <a:effectLst/>
                <a:latin typeface="한양신명조"/>
                <a:ea typeface="한양신명조"/>
              </a:rPr>
              <a:t>We have several discoveries related to the forecasted accuracy of time series data. The quality of the model is evaluated based on measures such as loss and validation loss. To assess the accuracy of the predictions, we utilized metrics like RMSE, mean absolute error (MAE), and mean square error (MSE). We calculated the error metrics using the equation above.</a:t>
            </a:r>
            <a:endParaRPr lang="en-US" sz="1800" kern="0" dirty="0">
              <a:solidFill>
                <a:srgbClr val="000000"/>
              </a:solidFill>
              <a:effectLst/>
              <a:latin typeface="한양신명조"/>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E3907C2-1C11-7A26-FB20-D4BF040826CA}"/>
                  </a:ext>
                </a:extLst>
              </p:cNvPr>
              <p:cNvSpPr txBox="1"/>
              <p:nvPr/>
            </p:nvSpPr>
            <p:spPr>
              <a:xfrm>
                <a:off x="675018" y="2099189"/>
                <a:ext cx="2344229" cy="6260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𝑀𝐴𝐸</m:t>
                      </m:r>
                      <m:r>
                        <a:rPr lang="en-US" i="0">
                          <a:latin typeface="Cambria Math" panose="02040503050406030204" pitchFamily="18" charset="0"/>
                        </a:rPr>
                        <m:t>= </m:t>
                      </m:r>
                      <m:f>
                        <m:fPr>
                          <m:ctrlPr>
                            <a:rPr lang="en-US" i="1">
                              <a:solidFill>
                                <a:srgbClr val="836967"/>
                              </a:solidFill>
                              <a:latin typeface="Cambria Math" panose="02040503050406030204" pitchFamily="18" charset="0"/>
                            </a:rPr>
                          </m:ctrlPr>
                        </m:fPr>
                        <m:num>
                          <m:nary>
                            <m:naryPr>
                              <m:chr m:val="∑"/>
                              <m:subHide m:val="on"/>
                              <m:supHide m:val="on"/>
                              <m:ctrlPr>
                                <a:rPr lang="en-US" i="1">
                                  <a:latin typeface="Cambria Math" panose="02040503050406030204" pitchFamily="18" charset="0"/>
                                </a:rPr>
                              </m:ctrlPr>
                            </m:naryPr>
                            <m:sub/>
                            <m:sup/>
                            <m:e>
                              <m:d>
                                <m:dPr>
                                  <m:begChr m:val="|"/>
                                  <m:endChr m:val="|"/>
                                  <m:ctrlPr>
                                    <a:rPr lang="en-US" i="1">
                                      <a:latin typeface="Cambria Math" panose="02040503050406030204" pitchFamily="18" charset="0"/>
                                    </a:rPr>
                                  </m:ctrlPr>
                                </m:dPr>
                                <m:e>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i="0">
                                      <a:latin typeface="Cambria Math" panose="02040503050406030204" pitchFamily="18" charset="0"/>
                                    </a:rPr>
                                    <m:t>−</m:t>
                                  </m:r>
                                  <m:acc>
                                    <m:accPr>
                                      <m:chr m:val="̂"/>
                                      <m:ctrlPr>
                                        <a:rPr lang="en-US" i="1">
                                          <a:solidFill>
                                            <a:srgbClr val="836967"/>
                                          </a:solidFill>
                                          <a:latin typeface="Cambria Math" panose="02040503050406030204" pitchFamily="18" charset="0"/>
                                        </a:rPr>
                                      </m:ctrlPr>
                                    </m:accPr>
                                    <m:e>
                                      <m:r>
                                        <a:rPr lang="en-US" i="1">
                                          <a:latin typeface="Cambria Math" panose="02040503050406030204" pitchFamily="18" charset="0"/>
                                        </a:rPr>
                                        <m:t>𝑦</m:t>
                                      </m:r>
                                    </m:e>
                                  </m:acc>
                                </m:e>
                              </m:d>
                            </m:e>
                          </m:nary>
                        </m:num>
                        <m:den>
                          <m:r>
                            <a:rPr lang="en-US" i="1">
                              <a:latin typeface="Cambria Math" panose="02040503050406030204" pitchFamily="18" charset="0"/>
                            </a:rPr>
                            <m:t>𝑁</m:t>
                          </m:r>
                        </m:den>
                      </m:f>
                    </m:oMath>
                  </m:oMathPara>
                </a14:m>
                <a:endParaRPr lang="en-US" dirty="0"/>
              </a:p>
            </p:txBody>
          </p:sp>
        </mc:Choice>
        <mc:Fallback xmlns="">
          <p:sp>
            <p:nvSpPr>
              <p:cNvPr id="7" name="TextBox 6">
                <a:extLst>
                  <a:ext uri="{FF2B5EF4-FFF2-40B4-BE49-F238E27FC236}">
                    <a16:creationId xmlns:a16="http://schemas.microsoft.com/office/drawing/2014/main" id="{2E3907C2-1C11-7A26-FB20-D4BF040826CA}"/>
                  </a:ext>
                </a:extLst>
              </p:cNvPr>
              <p:cNvSpPr txBox="1">
                <a:spLocks noRot="1" noChangeAspect="1" noMove="1" noResize="1" noEditPoints="1" noAdjustHandles="1" noChangeArrowheads="1" noChangeShapeType="1" noTextEdit="1"/>
              </p:cNvSpPr>
              <p:nvPr/>
            </p:nvSpPr>
            <p:spPr>
              <a:xfrm>
                <a:off x="675018" y="2099189"/>
                <a:ext cx="2344229" cy="62600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5ECF0B6-D770-CB0B-6283-CD9A1827A1EF}"/>
                  </a:ext>
                </a:extLst>
              </p:cNvPr>
              <p:cNvSpPr txBox="1"/>
              <p:nvPr/>
            </p:nvSpPr>
            <p:spPr>
              <a:xfrm>
                <a:off x="4287329" y="2069502"/>
                <a:ext cx="2544792" cy="65569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𝑀𝑆𝐸</m:t>
                      </m:r>
                      <m:r>
                        <a:rPr lang="en-US" i="0">
                          <a:latin typeface="Cambria Math" panose="02040503050406030204" pitchFamily="18" charset="0"/>
                        </a:rPr>
                        <m:t>= </m:t>
                      </m:r>
                      <m:f>
                        <m:fPr>
                          <m:ctrlPr>
                            <a:rPr lang="en-US" i="1">
                              <a:solidFill>
                                <a:srgbClr val="836967"/>
                              </a:solidFill>
                              <a:latin typeface="Cambria Math" panose="02040503050406030204" pitchFamily="18" charset="0"/>
                            </a:rPr>
                          </m:ctrlPr>
                        </m:fPr>
                        <m:num>
                          <m:nary>
                            <m:naryPr>
                              <m:chr m:val="∑"/>
                              <m:limLoc m:val="undOvr"/>
                              <m:ctrlPr>
                                <a:rPr lang="en-US" i="1">
                                  <a:latin typeface="Cambria Math" panose="02040503050406030204" pitchFamily="18" charset="0"/>
                                </a:rPr>
                              </m:ctrlPr>
                            </m:naryPr>
                            <m:sub>
                              <m:r>
                                <a:rPr lang="en-US" i="1">
                                  <a:latin typeface="Cambria Math" panose="02040503050406030204" pitchFamily="18" charset="0"/>
                                </a:rPr>
                                <m:t>𝑖</m:t>
                              </m:r>
                              <m:r>
                                <a:rPr lang="en-US" i="0">
                                  <a:latin typeface="Cambria Math" panose="02040503050406030204" pitchFamily="18" charset="0"/>
                                </a:rPr>
                                <m:t>=1</m:t>
                              </m:r>
                            </m:sub>
                            <m:sup>
                              <m:r>
                                <a:rPr lang="en-US" i="1">
                                  <a:latin typeface="Cambria Math" panose="02040503050406030204" pitchFamily="18" charset="0"/>
                                </a:rPr>
                                <m:t>𝑁</m:t>
                              </m:r>
                            </m:sup>
                            <m:e>
                              <m:sSup>
                                <m:sSupPr>
                                  <m:ctrlPr>
                                    <a:rPr lang="en-US" i="1">
                                      <a:solidFill>
                                        <a:srgbClr val="836967"/>
                                      </a:solidFill>
                                      <a:latin typeface="Cambria Math" panose="02040503050406030204" pitchFamily="18" charset="0"/>
                                    </a:rPr>
                                  </m:ctrlPr>
                                </m:sSupPr>
                                <m:e>
                                  <m:d>
                                    <m:dPr>
                                      <m:ctrlPr>
                                        <a:rPr lang="en-US" i="1">
                                          <a:solidFill>
                                            <a:srgbClr val="836967"/>
                                          </a:solidFill>
                                          <a:latin typeface="Cambria Math" panose="02040503050406030204" pitchFamily="18" charset="0"/>
                                        </a:rPr>
                                      </m:ctrlPr>
                                    </m:dPr>
                                    <m:e>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i="0">
                                          <a:latin typeface="Cambria Math" panose="02040503050406030204" pitchFamily="18" charset="0"/>
                                        </a:rPr>
                                        <m:t>−</m:t>
                                      </m:r>
                                      <m:acc>
                                        <m:accPr>
                                          <m:chr m:val="̂"/>
                                          <m:ctrlPr>
                                            <a:rPr lang="en-US" i="1">
                                              <a:solidFill>
                                                <a:srgbClr val="836967"/>
                                              </a:solidFill>
                                              <a:latin typeface="Cambria Math" panose="02040503050406030204" pitchFamily="18" charset="0"/>
                                            </a:rPr>
                                          </m:ctrlPr>
                                        </m:accPr>
                                        <m:e>
                                          <m:r>
                                            <a:rPr lang="en-US" i="1">
                                              <a:latin typeface="Cambria Math" panose="02040503050406030204" pitchFamily="18" charset="0"/>
                                            </a:rPr>
                                            <m:t>𝑦</m:t>
                                          </m:r>
                                        </m:e>
                                      </m:acc>
                                    </m:e>
                                  </m:d>
                                </m:e>
                                <m:sup>
                                  <m:r>
                                    <a:rPr lang="en-US" i="0">
                                      <a:latin typeface="Cambria Math" panose="02040503050406030204" pitchFamily="18" charset="0"/>
                                    </a:rPr>
                                    <m:t>2</m:t>
                                  </m:r>
                                </m:sup>
                              </m:sSup>
                            </m:e>
                          </m:nary>
                        </m:num>
                        <m:den>
                          <m:r>
                            <a:rPr lang="en-US" i="1">
                              <a:latin typeface="Cambria Math" panose="02040503050406030204" pitchFamily="18" charset="0"/>
                            </a:rPr>
                            <m:t>𝑁</m:t>
                          </m:r>
                        </m:den>
                      </m:f>
                    </m:oMath>
                  </m:oMathPara>
                </a14:m>
                <a:endParaRPr lang="en-US" dirty="0"/>
              </a:p>
            </p:txBody>
          </p:sp>
        </mc:Choice>
        <mc:Fallback xmlns="">
          <p:sp>
            <p:nvSpPr>
              <p:cNvPr id="10" name="TextBox 9">
                <a:extLst>
                  <a:ext uri="{FF2B5EF4-FFF2-40B4-BE49-F238E27FC236}">
                    <a16:creationId xmlns:a16="http://schemas.microsoft.com/office/drawing/2014/main" id="{E5ECF0B6-D770-CB0B-6283-CD9A1827A1EF}"/>
                  </a:ext>
                </a:extLst>
              </p:cNvPr>
              <p:cNvSpPr txBox="1">
                <a:spLocks noRot="1" noChangeAspect="1" noMove="1" noResize="1" noEditPoints="1" noAdjustHandles="1" noChangeArrowheads="1" noChangeShapeType="1" noTextEdit="1"/>
              </p:cNvSpPr>
              <p:nvPr/>
            </p:nvSpPr>
            <p:spPr>
              <a:xfrm>
                <a:off x="4287329" y="2069502"/>
                <a:ext cx="2544792" cy="65569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601DE00-7493-B89F-A55D-D31EDE10AE69}"/>
                  </a:ext>
                </a:extLst>
              </p:cNvPr>
              <p:cNvSpPr txBox="1"/>
              <p:nvPr/>
            </p:nvSpPr>
            <p:spPr>
              <a:xfrm>
                <a:off x="8100203" y="1956841"/>
                <a:ext cx="2820838" cy="9106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𝑅𝑀𝑆𝐸</m:t>
                      </m:r>
                      <m:r>
                        <a:rPr lang="en-US" i="0">
                          <a:latin typeface="Cambria Math" panose="02040503050406030204" pitchFamily="18" charset="0"/>
                        </a:rPr>
                        <m:t>= </m:t>
                      </m:r>
                      <m:rad>
                        <m:radPr>
                          <m:degHide m:val="on"/>
                          <m:ctrlPr>
                            <a:rPr lang="en-US" i="1">
                              <a:solidFill>
                                <a:srgbClr val="836967"/>
                              </a:solidFill>
                              <a:latin typeface="Cambria Math" panose="02040503050406030204" pitchFamily="18" charset="0"/>
                            </a:rPr>
                          </m:ctrlPr>
                        </m:radPr>
                        <m:deg/>
                        <m:e>
                          <m:f>
                            <m:fPr>
                              <m:ctrlPr>
                                <a:rPr lang="en-US" i="1">
                                  <a:solidFill>
                                    <a:srgbClr val="836967"/>
                                  </a:solidFill>
                                  <a:latin typeface="Cambria Math" panose="02040503050406030204" pitchFamily="18" charset="0"/>
                                </a:rPr>
                              </m:ctrlPr>
                            </m:fPr>
                            <m:num>
                              <m:nary>
                                <m:naryPr>
                                  <m:chr m:val="∑"/>
                                  <m:limLoc m:val="undOvr"/>
                                  <m:ctrlPr>
                                    <a:rPr lang="en-US" i="1">
                                      <a:latin typeface="Cambria Math" panose="02040503050406030204" pitchFamily="18" charset="0"/>
                                    </a:rPr>
                                  </m:ctrlPr>
                                </m:naryPr>
                                <m:sub>
                                  <m:r>
                                    <a:rPr lang="en-US" i="1">
                                      <a:latin typeface="Cambria Math" panose="02040503050406030204" pitchFamily="18" charset="0"/>
                                    </a:rPr>
                                    <m:t>𝑖</m:t>
                                  </m:r>
                                  <m:r>
                                    <a:rPr lang="en-US" i="0">
                                      <a:latin typeface="Cambria Math" panose="02040503050406030204" pitchFamily="18" charset="0"/>
                                    </a:rPr>
                                    <m:t>=1</m:t>
                                  </m:r>
                                </m:sub>
                                <m:sup>
                                  <m:r>
                                    <a:rPr lang="en-US" i="1">
                                      <a:latin typeface="Cambria Math" panose="02040503050406030204" pitchFamily="18" charset="0"/>
                                    </a:rPr>
                                    <m:t>𝑁</m:t>
                                  </m:r>
                                </m:sup>
                                <m:e>
                                  <m:sSup>
                                    <m:sSupPr>
                                      <m:ctrlPr>
                                        <a:rPr lang="en-US" i="1">
                                          <a:solidFill>
                                            <a:srgbClr val="836967"/>
                                          </a:solidFill>
                                          <a:latin typeface="Cambria Math" panose="02040503050406030204" pitchFamily="18" charset="0"/>
                                        </a:rPr>
                                      </m:ctrlPr>
                                    </m:sSupPr>
                                    <m:e>
                                      <m:d>
                                        <m:dPr>
                                          <m:ctrlPr>
                                            <a:rPr lang="en-US" i="1">
                                              <a:solidFill>
                                                <a:srgbClr val="836967"/>
                                              </a:solidFill>
                                              <a:latin typeface="Cambria Math" panose="02040503050406030204" pitchFamily="18" charset="0"/>
                                            </a:rPr>
                                          </m:ctrlPr>
                                        </m:dPr>
                                        <m:e>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i="0">
                                              <a:latin typeface="Cambria Math" panose="02040503050406030204" pitchFamily="18" charset="0"/>
                                            </a:rPr>
                                            <m:t>−</m:t>
                                          </m:r>
                                          <m:acc>
                                            <m:accPr>
                                              <m:chr m:val="̂"/>
                                              <m:ctrlPr>
                                                <a:rPr lang="en-US" i="1">
                                                  <a:solidFill>
                                                    <a:srgbClr val="836967"/>
                                                  </a:solidFill>
                                                  <a:latin typeface="Cambria Math" panose="02040503050406030204" pitchFamily="18" charset="0"/>
                                                </a:rPr>
                                              </m:ctrlPr>
                                            </m:accPr>
                                            <m:e>
                                              <m:r>
                                                <a:rPr lang="en-US" i="1">
                                                  <a:latin typeface="Cambria Math" panose="02040503050406030204" pitchFamily="18" charset="0"/>
                                                </a:rPr>
                                                <m:t>𝑦</m:t>
                                              </m:r>
                                            </m:e>
                                          </m:acc>
                                        </m:e>
                                      </m:d>
                                    </m:e>
                                    <m:sup>
                                      <m:r>
                                        <a:rPr lang="en-US" i="0">
                                          <a:latin typeface="Cambria Math" panose="02040503050406030204" pitchFamily="18" charset="0"/>
                                        </a:rPr>
                                        <m:t>2</m:t>
                                      </m:r>
                                    </m:sup>
                                  </m:sSup>
                                </m:e>
                              </m:nary>
                            </m:num>
                            <m:den>
                              <m:r>
                                <a:rPr lang="en-US" i="1">
                                  <a:latin typeface="Cambria Math" panose="02040503050406030204" pitchFamily="18" charset="0"/>
                                </a:rPr>
                                <m:t>𝑁</m:t>
                              </m:r>
                            </m:den>
                          </m:f>
                        </m:e>
                      </m:rad>
                    </m:oMath>
                  </m:oMathPara>
                </a14:m>
                <a:endParaRPr lang="en-US" dirty="0"/>
              </a:p>
            </p:txBody>
          </p:sp>
        </mc:Choice>
        <mc:Fallback xmlns="">
          <p:sp>
            <p:nvSpPr>
              <p:cNvPr id="17" name="TextBox 16">
                <a:extLst>
                  <a:ext uri="{FF2B5EF4-FFF2-40B4-BE49-F238E27FC236}">
                    <a16:creationId xmlns:a16="http://schemas.microsoft.com/office/drawing/2014/main" id="{8601DE00-7493-B89F-A55D-D31EDE10AE69}"/>
                  </a:ext>
                </a:extLst>
              </p:cNvPr>
              <p:cNvSpPr txBox="1">
                <a:spLocks noRot="1" noChangeAspect="1" noMove="1" noResize="1" noEditPoints="1" noAdjustHandles="1" noChangeArrowheads="1" noChangeShapeType="1" noTextEdit="1"/>
              </p:cNvSpPr>
              <p:nvPr/>
            </p:nvSpPr>
            <p:spPr>
              <a:xfrm>
                <a:off x="8100203" y="1956841"/>
                <a:ext cx="2820838" cy="910699"/>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7773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4">
            <a:extLst>
              <a:ext uri="{FF2B5EF4-FFF2-40B4-BE49-F238E27FC236}">
                <a16:creationId xmlns:a16="http://schemas.microsoft.com/office/drawing/2014/main" id="{73637319-FDAF-9F52-B0F5-9D9918AE639F}"/>
              </a:ext>
            </a:extLst>
          </p:cNvPr>
          <p:cNvSpPr>
            <a:spLocks noGrp="1"/>
          </p:cNvSpPr>
          <p:nvPr>
            <p:ph type="sldNum" sz="quarter" idx="12"/>
          </p:nvPr>
        </p:nvSpPr>
        <p:spPr/>
        <p:txBody>
          <a:bodyPr/>
          <a:lstStyle/>
          <a:p>
            <a:fld id="{3FE5B538-B59D-40BE-A71D-808D1A583C60}" type="slidenum">
              <a:rPr lang="en-US" smtClean="0"/>
              <a:t>12</a:t>
            </a:fld>
            <a:endParaRPr lang="en-US"/>
          </a:p>
        </p:txBody>
      </p:sp>
      <p:pic>
        <p:nvPicPr>
          <p:cNvPr id="16" name="그림 6" descr="텍스트이(가) 표시된 사진&#10;&#10;자동 생성된 설명">
            <a:extLst>
              <a:ext uri="{FF2B5EF4-FFF2-40B4-BE49-F238E27FC236}">
                <a16:creationId xmlns:a16="http://schemas.microsoft.com/office/drawing/2014/main" id="{ED867D5B-8768-2D82-ABE1-155266002A60}"/>
              </a:ext>
            </a:extLst>
          </p:cNvPr>
          <p:cNvPicPr>
            <a:picLocks noChangeAspect="1"/>
          </p:cNvPicPr>
          <p:nvPr/>
        </p:nvPicPr>
        <p:blipFill rotWithShape="1">
          <a:blip r:embed="rId2">
            <a:extLst>
              <a:ext uri="{28A0092B-C50C-407E-A947-70E740481C1C}">
                <a14:useLocalDpi xmlns:a14="http://schemas.microsoft.com/office/drawing/2010/main" val="0"/>
              </a:ext>
            </a:extLst>
          </a:blip>
          <a:srcRect l="1921" b="3673"/>
          <a:stretch/>
        </p:blipFill>
        <p:spPr>
          <a:xfrm>
            <a:off x="320811" y="6158506"/>
            <a:ext cx="2477151" cy="562969"/>
          </a:xfrm>
          <a:prstGeom prst="rect">
            <a:avLst/>
          </a:prstGeom>
        </p:spPr>
      </p:pic>
      <p:sp>
        <p:nvSpPr>
          <p:cNvPr id="17" name="Title 1">
            <a:extLst>
              <a:ext uri="{FF2B5EF4-FFF2-40B4-BE49-F238E27FC236}">
                <a16:creationId xmlns:a16="http://schemas.microsoft.com/office/drawing/2014/main" id="{2DA95272-8246-49E4-A3DE-6D5D34D32C20}"/>
              </a:ext>
            </a:extLst>
          </p:cNvPr>
          <p:cNvSpPr txBox="1">
            <a:spLocks/>
          </p:cNvSpPr>
          <p:nvPr/>
        </p:nvSpPr>
        <p:spPr bwMode="auto">
          <a:xfrm>
            <a:off x="1031846" y="88874"/>
            <a:ext cx="9386712" cy="72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latinLnBrk="1" hangingPunct="0">
              <a:spcBef>
                <a:spcPct val="0"/>
              </a:spcBef>
              <a:spcAft>
                <a:spcPct val="0"/>
              </a:spcAft>
              <a:defRPr kumimoji="1" sz="2800" b="1">
                <a:solidFill>
                  <a:srgbClr val="0000FF"/>
                </a:solidFill>
                <a:latin typeface="+mj-lt"/>
                <a:ea typeface="+mj-ea"/>
                <a:cs typeface="+mj-cs"/>
              </a:defRPr>
            </a:lvl1pPr>
            <a:lvl2pPr algn="l" rtl="0" eaLnBrk="0" fontAlgn="base" latinLnBrk="1" hangingPunct="0">
              <a:spcBef>
                <a:spcPct val="0"/>
              </a:spcBef>
              <a:spcAft>
                <a:spcPct val="0"/>
              </a:spcAft>
              <a:defRPr kumimoji="1" sz="2800" b="1">
                <a:solidFill>
                  <a:srgbClr val="0000FF"/>
                </a:solidFill>
                <a:latin typeface="굴림" charset="-127"/>
                <a:ea typeface="굴림" charset="-127"/>
              </a:defRPr>
            </a:lvl2pPr>
            <a:lvl3pPr algn="l" rtl="0" eaLnBrk="0" fontAlgn="base" latinLnBrk="1" hangingPunct="0">
              <a:spcBef>
                <a:spcPct val="0"/>
              </a:spcBef>
              <a:spcAft>
                <a:spcPct val="0"/>
              </a:spcAft>
              <a:defRPr kumimoji="1" sz="2800" b="1">
                <a:solidFill>
                  <a:srgbClr val="0000FF"/>
                </a:solidFill>
                <a:latin typeface="굴림" charset="-127"/>
                <a:ea typeface="굴림" charset="-127"/>
              </a:defRPr>
            </a:lvl3pPr>
            <a:lvl4pPr algn="l" rtl="0" eaLnBrk="0" fontAlgn="base" latinLnBrk="1" hangingPunct="0">
              <a:spcBef>
                <a:spcPct val="0"/>
              </a:spcBef>
              <a:spcAft>
                <a:spcPct val="0"/>
              </a:spcAft>
              <a:defRPr kumimoji="1" sz="2800" b="1">
                <a:solidFill>
                  <a:srgbClr val="0000FF"/>
                </a:solidFill>
                <a:latin typeface="굴림" charset="-127"/>
                <a:ea typeface="굴림" charset="-127"/>
              </a:defRPr>
            </a:lvl4pPr>
            <a:lvl5pPr algn="l" rtl="0" eaLnBrk="0" fontAlgn="base" latinLnBrk="1" hangingPunct="0">
              <a:spcBef>
                <a:spcPct val="0"/>
              </a:spcBef>
              <a:spcAft>
                <a:spcPct val="0"/>
              </a:spcAft>
              <a:defRPr kumimoji="1" sz="2800" b="1">
                <a:solidFill>
                  <a:srgbClr val="0000FF"/>
                </a:solidFill>
                <a:latin typeface="굴림" charset="-127"/>
                <a:ea typeface="굴림" charset="-127"/>
              </a:defRPr>
            </a:lvl5pPr>
            <a:lvl6pPr marL="457200" algn="l" rtl="0" eaLnBrk="0" fontAlgn="base" latinLnBrk="1" hangingPunct="0">
              <a:spcBef>
                <a:spcPct val="0"/>
              </a:spcBef>
              <a:spcAft>
                <a:spcPct val="0"/>
              </a:spcAft>
              <a:defRPr kumimoji="1" sz="2800" b="1">
                <a:solidFill>
                  <a:srgbClr val="0000FF"/>
                </a:solidFill>
                <a:latin typeface="굴림" charset="-127"/>
                <a:ea typeface="굴림" charset="-127"/>
              </a:defRPr>
            </a:lvl6pPr>
            <a:lvl7pPr marL="914400" algn="l" rtl="0" eaLnBrk="0" fontAlgn="base" latinLnBrk="1" hangingPunct="0">
              <a:spcBef>
                <a:spcPct val="0"/>
              </a:spcBef>
              <a:spcAft>
                <a:spcPct val="0"/>
              </a:spcAft>
              <a:defRPr kumimoji="1" sz="2800" b="1">
                <a:solidFill>
                  <a:srgbClr val="0000FF"/>
                </a:solidFill>
                <a:latin typeface="굴림" charset="-127"/>
                <a:ea typeface="굴림" charset="-127"/>
              </a:defRPr>
            </a:lvl7pPr>
            <a:lvl8pPr marL="1371600" algn="l" rtl="0" eaLnBrk="0" fontAlgn="base" latinLnBrk="1" hangingPunct="0">
              <a:spcBef>
                <a:spcPct val="0"/>
              </a:spcBef>
              <a:spcAft>
                <a:spcPct val="0"/>
              </a:spcAft>
              <a:defRPr kumimoji="1" sz="2800" b="1">
                <a:solidFill>
                  <a:srgbClr val="0000FF"/>
                </a:solidFill>
                <a:latin typeface="굴림" charset="-127"/>
                <a:ea typeface="굴림" charset="-127"/>
              </a:defRPr>
            </a:lvl8pPr>
            <a:lvl9pPr marL="1828800" algn="l" rtl="0" eaLnBrk="0" fontAlgn="base" latinLnBrk="1" hangingPunct="0">
              <a:spcBef>
                <a:spcPct val="0"/>
              </a:spcBef>
              <a:spcAft>
                <a:spcPct val="0"/>
              </a:spcAft>
              <a:defRPr kumimoji="1" sz="2800" b="1">
                <a:solidFill>
                  <a:srgbClr val="0000FF"/>
                </a:solidFill>
                <a:latin typeface="굴림" charset="-127"/>
                <a:ea typeface="굴림" charset="-127"/>
              </a:defRPr>
            </a:lvl9pPr>
          </a:lstStyle>
          <a:p>
            <a:pPr algn="ctr"/>
            <a:r>
              <a:rPr lang="en-US" sz="3200" dirty="0"/>
              <a:t>Result and Discussion</a:t>
            </a:r>
            <a:endParaRPr lang="en-US" sz="1100" kern="0" dirty="0"/>
          </a:p>
        </p:txBody>
      </p:sp>
      <p:cxnSp>
        <p:nvCxnSpPr>
          <p:cNvPr id="18" name="Straight Connector 17">
            <a:extLst>
              <a:ext uri="{FF2B5EF4-FFF2-40B4-BE49-F238E27FC236}">
                <a16:creationId xmlns:a16="http://schemas.microsoft.com/office/drawing/2014/main" id="{16E8FDFF-25E3-C9FC-AEB7-C7EFE2318F51}"/>
              </a:ext>
            </a:extLst>
          </p:cNvPr>
          <p:cNvCxnSpPr/>
          <p:nvPr/>
        </p:nvCxnSpPr>
        <p:spPr>
          <a:xfrm>
            <a:off x="411061" y="5989739"/>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7B89C91-9823-0AC9-8577-E87D2F10392B}"/>
              </a:ext>
            </a:extLst>
          </p:cNvPr>
          <p:cNvCxnSpPr/>
          <p:nvPr/>
        </p:nvCxnSpPr>
        <p:spPr>
          <a:xfrm>
            <a:off x="411061" y="899020"/>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5" name="Rectangle 2">
            <a:extLst>
              <a:ext uri="{FF2B5EF4-FFF2-40B4-BE49-F238E27FC236}">
                <a16:creationId xmlns:a16="http://schemas.microsoft.com/office/drawing/2014/main" id="{FA666551-02EB-4F5B-0B7E-5F56AEE41700}"/>
              </a:ext>
            </a:extLst>
          </p:cNvPr>
          <p:cNvSpPr>
            <a:spLocks noChangeArrowheads="1"/>
          </p:cNvSpPr>
          <p:nvPr/>
        </p:nvSpPr>
        <p:spPr bwMode="auto">
          <a:xfrm>
            <a:off x="4367213" y="19542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3">
            <a:extLst>
              <a:ext uri="{FF2B5EF4-FFF2-40B4-BE49-F238E27FC236}">
                <a16:creationId xmlns:a16="http://schemas.microsoft.com/office/drawing/2014/main" id="{BD9D6C7F-233F-B120-E562-AAE2D7892EAA}"/>
              </a:ext>
            </a:extLst>
          </p:cNvPr>
          <p:cNvSpPr>
            <a:spLocks noChangeArrowheads="1"/>
          </p:cNvSpPr>
          <p:nvPr/>
        </p:nvSpPr>
        <p:spPr bwMode="auto">
          <a:xfrm>
            <a:off x="4367213" y="20304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TextBox 21">
            <a:extLst>
              <a:ext uri="{FF2B5EF4-FFF2-40B4-BE49-F238E27FC236}">
                <a16:creationId xmlns:a16="http://schemas.microsoft.com/office/drawing/2014/main" id="{A34DBE28-6C3D-9CFD-EB5D-7436CB54F8B9}"/>
              </a:ext>
            </a:extLst>
          </p:cNvPr>
          <p:cNvSpPr txBox="1"/>
          <p:nvPr/>
        </p:nvSpPr>
        <p:spPr>
          <a:xfrm>
            <a:off x="6466800" y="1507060"/>
            <a:ext cx="4887000" cy="3550396"/>
          </a:xfrm>
          <a:prstGeom prst="rect">
            <a:avLst/>
          </a:prstGeom>
          <a:noFill/>
        </p:spPr>
        <p:txBody>
          <a:bodyPr wrap="square">
            <a:spAutoFit/>
          </a:bodyPr>
          <a:lstStyle/>
          <a:p>
            <a:pPr marL="0" marR="0" indent="194310" algn="just" fontAlgn="base" latinLnBrk="1">
              <a:lnSpc>
                <a:spcPct val="158000"/>
              </a:lnSpc>
              <a:spcBef>
                <a:spcPts val="0"/>
              </a:spcBef>
              <a:spcAft>
                <a:spcPts val="0"/>
              </a:spcAft>
            </a:pPr>
            <a:r>
              <a:rPr lang="en-US" sz="1600" kern="0" spc="-50" dirty="0">
                <a:solidFill>
                  <a:srgbClr val="000000"/>
                </a:solidFill>
                <a:effectLst/>
                <a:latin typeface="한양신명조"/>
                <a:ea typeface="한양신명조"/>
              </a:rPr>
              <a:t>Bi-LSTM can capture both forward and backward dependencies, is robust to noise and missing data, and has flexibility in modeling complex relationships. However, the performance of Bi-LSTM may depend on the specific characteristics of the dataset and the choice of hyperparameters. LSTM, RNN, and Convolutional LSTM can perform less than Bi-LSTM on this power generation data due to their limitations in handling bidirectional dependencies, noisy and missing data, and complex relationships. </a:t>
            </a:r>
            <a:endParaRPr lang="en-US" kern="0" dirty="0">
              <a:solidFill>
                <a:srgbClr val="000000"/>
              </a:solidFill>
              <a:effectLst/>
              <a:latin typeface="한양신명조"/>
            </a:endParaRPr>
          </a:p>
        </p:txBody>
      </p:sp>
      <p:graphicFrame>
        <p:nvGraphicFramePr>
          <p:cNvPr id="2" name="Table 1">
            <a:extLst>
              <a:ext uri="{FF2B5EF4-FFF2-40B4-BE49-F238E27FC236}">
                <a16:creationId xmlns:a16="http://schemas.microsoft.com/office/drawing/2014/main" id="{18288699-5349-9249-5A69-ABE452B5C42B}"/>
              </a:ext>
            </a:extLst>
          </p:cNvPr>
          <p:cNvGraphicFramePr>
            <a:graphicFrameLocks noGrp="1"/>
          </p:cNvGraphicFramePr>
          <p:nvPr>
            <p:extLst>
              <p:ext uri="{D42A27DB-BD31-4B8C-83A1-F6EECF244321}">
                <p14:modId xmlns:p14="http://schemas.microsoft.com/office/powerpoint/2010/main" val="2960870322"/>
              </p:ext>
            </p:extLst>
          </p:nvPr>
        </p:nvGraphicFramePr>
        <p:xfrm>
          <a:off x="1139201" y="1917321"/>
          <a:ext cx="4586001" cy="2398805"/>
        </p:xfrm>
        <a:graphic>
          <a:graphicData uri="http://schemas.openxmlformats.org/drawingml/2006/table">
            <a:tbl>
              <a:tblPr>
                <a:tableStyleId>{5C22544A-7EE6-4342-B048-85BDC9FD1C3A}</a:tableStyleId>
              </a:tblPr>
              <a:tblGrid>
                <a:gridCol w="1610762">
                  <a:extLst>
                    <a:ext uri="{9D8B030D-6E8A-4147-A177-3AD203B41FA5}">
                      <a16:colId xmlns:a16="http://schemas.microsoft.com/office/drawing/2014/main" val="22616869"/>
                    </a:ext>
                  </a:extLst>
                </a:gridCol>
                <a:gridCol w="1276721">
                  <a:extLst>
                    <a:ext uri="{9D8B030D-6E8A-4147-A177-3AD203B41FA5}">
                      <a16:colId xmlns:a16="http://schemas.microsoft.com/office/drawing/2014/main" val="285774453"/>
                    </a:ext>
                  </a:extLst>
                </a:gridCol>
                <a:gridCol w="849259">
                  <a:extLst>
                    <a:ext uri="{9D8B030D-6E8A-4147-A177-3AD203B41FA5}">
                      <a16:colId xmlns:a16="http://schemas.microsoft.com/office/drawing/2014/main" val="126003904"/>
                    </a:ext>
                  </a:extLst>
                </a:gridCol>
                <a:gridCol w="849259">
                  <a:extLst>
                    <a:ext uri="{9D8B030D-6E8A-4147-A177-3AD203B41FA5}">
                      <a16:colId xmlns:a16="http://schemas.microsoft.com/office/drawing/2014/main" val="106858922"/>
                    </a:ext>
                  </a:extLst>
                </a:gridCol>
              </a:tblGrid>
              <a:tr h="479761">
                <a:tc>
                  <a:txBody>
                    <a:bodyPr/>
                    <a:lstStyle/>
                    <a:p>
                      <a:pPr marL="0" marR="0" algn="just">
                        <a:spcBef>
                          <a:spcPts val="0"/>
                        </a:spcBef>
                        <a:spcAft>
                          <a:spcPts val="0"/>
                        </a:spcAft>
                      </a:pPr>
                      <a:r>
                        <a:rPr lang="en-US" sz="2000">
                          <a:effectLst/>
                        </a:rPr>
                        <a:t>Model</a:t>
                      </a:r>
                      <a:endParaRPr lang="en-US" sz="18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just">
                        <a:spcBef>
                          <a:spcPts val="0"/>
                        </a:spcBef>
                        <a:spcAft>
                          <a:spcPts val="0"/>
                        </a:spcAft>
                      </a:pPr>
                      <a:r>
                        <a:rPr lang="en-US" sz="2000">
                          <a:effectLst/>
                        </a:rPr>
                        <a:t>MSE</a:t>
                      </a:r>
                      <a:endParaRPr lang="en-US" sz="18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spcBef>
                          <a:spcPts val="0"/>
                        </a:spcBef>
                        <a:spcAft>
                          <a:spcPts val="0"/>
                        </a:spcAft>
                      </a:pPr>
                      <a:r>
                        <a:rPr lang="en-US" sz="2000" dirty="0">
                          <a:effectLst/>
                        </a:rPr>
                        <a:t>RMSE</a:t>
                      </a:r>
                      <a:endParaRPr lang="en-US" sz="2400" dirty="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spcBef>
                          <a:spcPts val="0"/>
                        </a:spcBef>
                        <a:spcAft>
                          <a:spcPts val="0"/>
                        </a:spcAft>
                      </a:pPr>
                      <a:r>
                        <a:rPr lang="en-US" sz="2000">
                          <a:effectLst/>
                        </a:rPr>
                        <a:t>MAE</a:t>
                      </a:r>
                      <a:endParaRPr lang="en-US" sz="2400">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147965511"/>
                  </a:ext>
                </a:extLst>
              </a:tr>
              <a:tr h="479761">
                <a:tc>
                  <a:txBody>
                    <a:bodyPr/>
                    <a:lstStyle/>
                    <a:p>
                      <a:pPr marL="0" marR="0" algn="just">
                        <a:spcBef>
                          <a:spcPts val="0"/>
                        </a:spcBef>
                        <a:spcAft>
                          <a:spcPts val="0"/>
                        </a:spcAft>
                      </a:pPr>
                      <a:r>
                        <a:rPr lang="en-US" sz="2000">
                          <a:effectLst/>
                        </a:rPr>
                        <a:t>RNN</a:t>
                      </a:r>
                      <a:endParaRPr lang="en-US" sz="18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just">
                        <a:spcBef>
                          <a:spcPts val="0"/>
                        </a:spcBef>
                        <a:spcAft>
                          <a:spcPts val="0"/>
                        </a:spcAft>
                      </a:pPr>
                      <a:r>
                        <a:rPr lang="en-US" sz="2000">
                          <a:effectLst/>
                        </a:rPr>
                        <a:t>0.023</a:t>
                      </a:r>
                      <a:endParaRPr lang="en-US" sz="18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spcBef>
                          <a:spcPts val="0"/>
                        </a:spcBef>
                        <a:spcAft>
                          <a:spcPts val="0"/>
                        </a:spcAft>
                      </a:pPr>
                      <a:r>
                        <a:rPr lang="en-US" sz="2000">
                          <a:effectLst/>
                        </a:rPr>
                        <a:t>0.1516</a:t>
                      </a:r>
                      <a:endParaRPr lang="en-US" sz="24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spcBef>
                          <a:spcPts val="0"/>
                        </a:spcBef>
                        <a:spcAft>
                          <a:spcPts val="0"/>
                        </a:spcAft>
                      </a:pPr>
                      <a:r>
                        <a:rPr lang="en-US" sz="2000">
                          <a:effectLst/>
                        </a:rPr>
                        <a:t>0.0979</a:t>
                      </a:r>
                      <a:endParaRPr lang="en-US" sz="2400">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4160631491"/>
                  </a:ext>
                </a:extLst>
              </a:tr>
              <a:tr h="479761">
                <a:tc>
                  <a:txBody>
                    <a:bodyPr/>
                    <a:lstStyle/>
                    <a:p>
                      <a:pPr marL="0" marR="0" algn="just">
                        <a:spcBef>
                          <a:spcPts val="0"/>
                        </a:spcBef>
                        <a:spcAft>
                          <a:spcPts val="0"/>
                        </a:spcAft>
                      </a:pPr>
                      <a:r>
                        <a:rPr lang="en-US" sz="2000">
                          <a:effectLst/>
                        </a:rPr>
                        <a:t>LSTM</a:t>
                      </a:r>
                      <a:endParaRPr lang="en-US" sz="18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just">
                        <a:spcBef>
                          <a:spcPts val="0"/>
                        </a:spcBef>
                        <a:spcAft>
                          <a:spcPts val="0"/>
                        </a:spcAft>
                      </a:pPr>
                      <a:r>
                        <a:rPr lang="en-US" sz="2000">
                          <a:effectLst/>
                        </a:rPr>
                        <a:t>0.0197</a:t>
                      </a:r>
                      <a:endParaRPr lang="en-US" sz="18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spcBef>
                          <a:spcPts val="0"/>
                        </a:spcBef>
                        <a:spcAft>
                          <a:spcPts val="0"/>
                        </a:spcAft>
                      </a:pPr>
                      <a:r>
                        <a:rPr lang="en-US" sz="2000">
                          <a:effectLst/>
                        </a:rPr>
                        <a:t>0.1404</a:t>
                      </a:r>
                      <a:endParaRPr lang="en-US" sz="24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spcBef>
                          <a:spcPts val="0"/>
                        </a:spcBef>
                        <a:spcAft>
                          <a:spcPts val="0"/>
                        </a:spcAft>
                      </a:pPr>
                      <a:r>
                        <a:rPr lang="en-US" sz="2000">
                          <a:effectLst/>
                        </a:rPr>
                        <a:t>0.088</a:t>
                      </a:r>
                      <a:endParaRPr lang="en-US" sz="2400">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4110450871"/>
                  </a:ext>
                </a:extLst>
              </a:tr>
              <a:tr h="479761">
                <a:tc>
                  <a:txBody>
                    <a:bodyPr/>
                    <a:lstStyle/>
                    <a:p>
                      <a:pPr marL="0" marR="0" algn="just">
                        <a:spcBef>
                          <a:spcPts val="0"/>
                        </a:spcBef>
                        <a:spcAft>
                          <a:spcPts val="0"/>
                        </a:spcAft>
                      </a:pPr>
                      <a:r>
                        <a:rPr lang="en-US" sz="2000">
                          <a:effectLst/>
                        </a:rPr>
                        <a:t>ConvLSTM</a:t>
                      </a:r>
                      <a:endParaRPr lang="en-US" sz="18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just">
                        <a:spcBef>
                          <a:spcPts val="0"/>
                        </a:spcBef>
                        <a:spcAft>
                          <a:spcPts val="0"/>
                        </a:spcAft>
                      </a:pPr>
                      <a:r>
                        <a:rPr lang="en-US" sz="2000">
                          <a:effectLst/>
                        </a:rPr>
                        <a:t>0.0265</a:t>
                      </a:r>
                      <a:endParaRPr lang="en-US" sz="18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spcBef>
                          <a:spcPts val="0"/>
                        </a:spcBef>
                        <a:spcAft>
                          <a:spcPts val="0"/>
                        </a:spcAft>
                      </a:pPr>
                      <a:r>
                        <a:rPr lang="en-US" sz="2000">
                          <a:effectLst/>
                        </a:rPr>
                        <a:t>0.1629</a:t>
                      </a:r>
                      <a:endParaRPr lang="en-US" sz="24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spcBef>
                          <a:spcPts val="0"/>
                        </a:spcBef>
                        <a:spcAft>
                          <a:spcPts val="0"/>
                        </a:spcAft>
                      </a:pPr>
                      <a:r>
                        <a:rPr lang="en-US" sz="2000" dirty="0">
                          <a:effectLst/>
                        </a:rPr>
                        <a:t>0.1117</a:t>
                      </a:r>
                      <a:endParaRPr lang="en-US" sz="2400" dirty="0">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3534375617"/>
                  </a:ext>
                </a:extLst>
              </a:tr>
              <a:tr h="479761">
                <a:tc>
                  <a:txBody>
                    <a:bodyPr/>
                    <a:lstStyle/>
                    <a:p>
                      <a:pPr marL="0" marR="0" algn="just">
                        <a:spcBef>
                          <a:spcPts val="0"/>
                        </a:spcBef>
                        <a:spcAft>
                          <a:spcPts val="0"/>
                        </a:spcAft>
                      </a:pPr>
                      <a:r>
                        <a:rPr lang="en-US" sz="2000">
                          <a:effectLst/>
                        </a:rPr>
                        <a:t>BiLSTM</a:t>
                      </a:r>
                      <a:endParaRPr lang="en-US" sz="18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just">
                        <a:spcBef>
                          <a:spcPts val="0"/>
                        </a:spcBef>
                        <a:spcAft>
                          <a:spcPts val="0"/>
                        </a:spcAft>
                      </a:pPr>
                      <a:r>
                        <a:rPr lang="en-US" sz="2000">
                          <a:effectLst/>
                        </a:rPr>
                        <a:t>0.0192</a:t>
                      </a:r>
                      <a:endParaRPr lang="en-US" sz="18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spcBef>
                          <a:spcPts val="0"/>
                        </a:spcBef>
                        <a:spcAft>
                          <a:spcPts val="0"/>
                        </a:spcAft>
                      </a:pPr>
                      <a:r>
                        <a:rPr lang="en-US" sz="2000">
                          <a:effectLst/>
                        </a:rPr>
                        <a:t>0.1387</a:t>
                      </a:r>
                      <a:endParaRPr lang="en-US" sz="24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spcBef>
                          <a:spcPts val="0"/>
                        </a:spcBef>
                        <a:spcAft>
                          <a:spcPts val="0"/>
                        </a:spcAft>
                      </a:pPr>
                      <a:r>
                        <a:rPr lang="en-US" sz="2000" dirty="0">
                          <a:effectLst/>
                        </a:rPr>
                        <a:t>0.0757</a:t>
                      </a:r>
                      <a:endParaRPr lang="en-US" sz="2400" dirty="0">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3223416892"/>
                  </a:ext>
                </a:extLst>
              </a:tr>
            </a:tbl>
          </a:graphicData>
        </a:graphic>
      </p:graphicFrame>
      <p:sp>
        <p:nvSpPr>
          <p:cNvPr id="6" name="TextBox 5">
            <a:extLst>
              <a:ext uri="{FF2B5EF4-FFF2-40B4-BE49-F238E27FC236}">
                <a16:creationId xmlns:a16="http://schemas.microsoft.com/office/drawing/2014/main" id="{F1F3BA82-DCC3-F41A-8AA1-3320977F58C5}"/>
              </a:ext>
            </a:extLst>
          </p:cNvPr>
          <p:cNvSpPr txBox="1"/>
          <p:nvPr/>
        </p:nvSpPr>
        <p:spPr>
          <a:xfrm>
            <a:off x="1139200" y="1488372"/>
            <a:ext cx="4586002" cy="341632"/>
          </a:xfrm>
          <a:prstGeom prst="rect">
            <a:avLst/>
          </a:prstGeom>
          <a:noFill/>
        </p:spPr>
        <p:txBody>
          <a:bodyPr wrap="square">
            <a:spAutoFit/>
          </a:bodyPr>
          <a:lstStyle/>
          <a:p>
            <a:pPr marL="342900" marR="0" lvl="0" indent="-342900" algn="ctr">
              <a:lnSpc>
                <a:spcPct val="90000"/>
              </a:lnSpc>
              <a:spcBef>
                <a:spcPts val="1200"/>
              </a:spcBef>
              <a:spcAft>
                <a:spcPts val="600"/>
              </a:spcAft>
              <a:buSzPts val="800"/>
              <a:buFont typeface="Times New Roman" panose="02020603050405020304" pitchFamily="18" charset="0"/>
              <a:buAutoNum type="romanUcPeriod"/>
              <a:tabLst>
                <a:tab pos="685800" algn="l"/>
              </a:tabLst>
            </a:pPr>
            <a:r>
              <a:rPr lang="en-US" sz="1800" cap="small" dirty="0">
                <a:effectLst/>
                <a:latin typeface="Times New Roman" panose="02020603050405020304" pitchFamily="18" charset="0"/>
                <a:ea typeface="SimSun" panose="02010600030101010101" pitchFamily="2" charset="-122"/>
              </a:rPr>
              <a:t>Model Performance</a:t>
            </a:r>
          </a:p>
        </p:txBody>
      </p:sp>
    </p:spTree>
    <p:extLst>
      <p:ext uri="{BB962C8B-B14F-4D97-AF65-F5344CB8AC3E}">
        <p14:creationId xmlns:p14="http://schemas.microsoft.com/office/powerpoint/2010/main" val="5927267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4">
            <a:extLst>
              <a:ext uri="{FF2B5EF4-FFF2-40B4-BE49-F238E27FC236}">
                <a16:creationId xmlns:a16="http://schemas.microsoft.com/office/drawing/2014/main" id="{73637319-FDAF-9F52-B0F5-9D9918AE639F}"/>
              </a:ext>
            </a:extLst>
          </p:cNvPr>
          <p:cNvSpPr>
            <a:spLocks noGrp="1"/>
          </p:cNvSpPr>
          <p:nvPr>
            <p:ph type="sldNum" sz="quarter" idx="12"/>
          </p:nvPr>
        </p:nvSpPr>
        <p:spPr/>
        <p:txBody>
          <a:bodyPr/>
          <a:lstStyle/>
          <a:p>
            <a:fld id="{3FE5B538-B59D-40BE-A71D-808D1A583C60}" type="slidenum">
              <a:rPr lang="en-US" smtClean="0"/>
              <a:t>13</a:t>
            </a:fld>
            <a:endParaRPr lang="en-US"/>
          </a:p>
        </p:txBody>
      </p:sp>
      <p:pic>
        <p:nvPicPr>
          <p:cNvPr id="16" name="그림 6" descr="텍스트이(가) 표시된 사진&#10;&#10;자동 생성된 설명">
            <a:extLst>
              <a:ext uri="{FF2B5EF4-FFF2-40B4-BE49-F238E27FC236}">
                <a16:creationId xmlns:a16="http://schemas.microsoft.com/office/drawing/2014/main" id="{ED867D5B-8768-2D82-ABE1-155266002A60}"/>
              </a:ext>
            </a:extLst>
          </p:cNvPr>
          <p:cNvPicPr>
            <a:picLocks noChangeAspect="1"/>
          </p:cNvPicPr>
          <p:nvPr/>
        </p:nvPicPr>
        <p:blipFill rotWithShape="1">
          <a:blip r:embed="rId2">
            <a:extLst>
              <a:ext uri="{28A0092B-C50C-407E-A947-70E740481C1C}">
                <a14:useLocalDpi xmlns:a14="http://schemas.microsoft.com/office/drawing/2010/main" val="0"/>
              </a:ext>
            </a:extLst>
          </a:blip>
          <a:srcRect l="1921" b="3673"/>
          <a:stretch/>
        </p:blipFill>
        <p:spPr>
          <a:xfrm>
            <a:off x="320811" y="6158506"/>
            <a:ext cx="2477151" cy="562969"/>
          </a:xfrm>
          <a:prstGeom prst="rect">
            <a:avLst/>
          </a:prstGeom>
        </p:spPr>
      </p:pic>
      <p:sp>
        <p:nvSpPr>
          <p:cNvPr id="17" name="Title 1">
            <a:extLst>
              <a:ext uri="{FF2B5EF4-FFF2-40B4-BE49-F238E27FC236}">
                <a16:creationId xmlns:a16="http://schemas.microsoft.com/office/drawing/2014/main" id="{2DA95272-8246-49E4-A3DE-6D5D34D32C20}"/>
              </a:ext>
            </a:extLst>
          </p:cNvPr>
          <p:cNvSpPr txBox="1">
            <a:spLocks/>
          </p:cNvSpPr>
          <p:nvPr/>
        </p:nvSpPr>
        <p:spPr bwMode="auto">
          <a:xfrm>
            <a:off x="1031846" y="88874"/>
            <a:ext cx="9386712" cy="72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latinLnBrk="1" hangingPunct="0">
              <a:spcBef>
                <a:spcPct val="0"/>
              </a:spcBef>
              <a:spcAft>
                <a:spcPct val="0"/>
              </a:spcAft>
              <a:defRPr kumimoji="1" sz="2800" b="1">
                <a:solidFill>
                  <a:srgbClr val="0000FF"/>
                </a:solidFill>
                <a:latin typeface="+mj-lt"/>
                <a:ea typeface="+mj-ea"/>
                <a:cs typeface="+mj-cs"/>
              </a:defRPr>
            </a:lvl1pPr>
            <a:lvl2pPr algn="l" rtl="0" eaLnBrk="0" fontAlgn="base" latinLnBrk="1" hangingPunct="0">
              <a:spcBef>
                <a:spcPct val="0"/>
              </a:spcBef>
              <a:spcAft>
                <a:spcPct val="0"/>
              </a:spcAft>
              <a:defRPr kumimoji="1" sz="2800" b="1">
                <a:solidFill>
                  <a:srgbClr val="0000FF"/>
                </a:solidFill>
                <a:latin typeface="굴림" charset="-127"/>
                <a:ea typeface="굴림" charset="-127"/>
              </a:defRPr>
            </a:lvl2pPr>
            <a:lvl3pPr algn="l" rtl="0" eaLnBrk="0" fontAlgn="base" latinLnBrk="1" hangingPunct="0">
              <a:spcBef>
                <a:spcPct val="0"/>
              </a:spcBef>
              <a:spcAft>
                <a:spcPct val="0"/>
              </a:spcAft>
              <a:defRPr kumimoji="1" sz="2800" b="1">
                <a:solidFill>
                  <a:srgbClr val="0000FF"/>
                </a:solidFill>
                <a:latin typeface="굴림" charset="-127"/>
                <a:ea typeface="굴림" charset="-127"/>
              </a:defRPr>
            </a:lvl3pPr>
            <a:lvl4pPr algn="l" rtl="0" eaLnBrk="0" fontAlgn="base" latinLnBrk="1" hangingPunct="0">
              <a:spcBef>
                <a:spcPct val="0"/>
              </a:spcBef>
              <a:spcAft>
                <a:spcPct val="0"/>
              </a:spcAft>
              <a:defRPr kumimoji="1" sz="2800" b="1">
                <a:solidFill>
                  <a:srgbClr val="0000FF"/>
                </a:solidFill>
                <a:latin typeface="굴림" charset="-127"/>
                <a:ea typeface="굴림" charset="-127"/>
              </a:defRPr>
            </a:lvl4pPr>
            <a:lvl5pPr algn="l" rtl="0" eaLnBrk="0" fontAlgn="base" latinLnBrk="1" hangingPunct="0">
              <a:spcBef>
                <a:spcPct val="0"/>
              </a:spcBef>
              <a:spcAft>
                <a:spcPct val="0"/>
              </a:spcAft>
              <a:defRPr kumimoji="1" sz="2800" b="1">
                <a:solidFill>
                  <a:srgbClr val="0000FF"/>
                </a:solidFill>
                <a:latin typeface="굴림" charset="-127"/>
                <a:ea typeface="굴림" charset="-127"/>
              </a:defRPr>
            </a:lvl5pPr>
            <a:lvl6pPr marL="457200" algn="l" rtl="0" eaLnBrk="0" fontAlgn="base" latinLnBrk="1" hangingPunct="0">
              <a:spcBef>
                <a:spcPct val="0"/>
              </a:spcBef>
              <a:spcAft>
                <a:spcPct val="0"/>
              </a:spcAft>
              <a:defRPr kumimoji="1" sz="2800" b="1">
                <a:solidFill>
                  <a:srgbClr val="0000FF"/>
                </a:solidFill>
                <a:latin typeface="굴림" charset="-127"/>
                <a:ea typeface="굴림" charset="-127"/>
              </a:defRPr>
            </a:lvl6pPr>
            <a:lvl7pPr marL="914400" algn="l" rtl="0" eaLnBrk="0" fontAlgn="base" latinLnBrk="1" hangingPunct="0">
              <a:spcBef>
                <a:spcPct val="0"/>
              </a:spcBef>
              <a:spcAft>
                <a:spcPct val="0"/>
              </a:spcAft>
              <a:defRPr kumimoji="1" sz="2800" b="1">
                <a:solidFill>
                  <a:srgbClr val="0000FF"/>
                </a:solidFill>
                <a:latin typeface="굴림" charset="-127"/>
                <a:ea typeface="굴림" charset="-127"/>
              </a:defRPr>
            </a:lvl7pPr>
            <a:lvl8pPr marL="1371600" algn="l" rtl="0" eaLnBrk="0" fontAlgn="base" latinLnBrk="1" hangingPunct="0">
              <a:spcBef>
                <a:spcPct val="0"/>
              </a:spcBef>
              <a:spcAft>
                <a:spcPct val="0"/>
              </a:spcAft>
              <a:defRPr kumimoji="1" sz="2800" b="1">
                <a:solidFill>
                  <a:srgbClr val="0000FF"/>
                </a:solidFill>
                <a:latin typeface="굴림" charset="-127"/>
                <a:ea typeface="굴림" charset="-127"/>
              </a:defRPr>
            </a:lvl8pPr>
            <a:lvl9pPr marL="1828800" algn="l" rtl="0" eaLnBrk="0" fontAlgn="base" latinLnBrk="1" hangingPunct="0">
              <a:spcBef>
                <a:spcPct val="0"/>
              </a:spcBef>
              <a:spcAft>
                <a:spcPct val="0"/>
              </a:spcAft>
              <a:defRPr kumimoji="1" sz="2800" b="1">
                <a:solidFill>
                  <a:srgbClr val="0000FF"/>
                </a:solidFill>
                <a:latin typeface="굴림" charset="-127"/>
                <a:ea typeface="굴림" charset="-127"/>
              </a:defRPr>
            </a:lvl9pPr>
          </a:lstStyle>
          <a:p>
            <a:pPr algn="ctr"/>
            <a:r>
              <a:rPr lang="en-US" sz="3200" dirty="0"/>
              <a:t>Result and Discussion</a:t>
            </a:r>
            <a:endParaRPr lang="en-US" sz="1100" kern="0" dirty="0"/>
          </a:p>
        </p:txBody>
      </p:sp>
      <p:cxnSp>
        <p:nvCxnSpPr>
          <p:cNvPr id="18" name="Straight Connector 17">
            <a:extLst>
              <a:ext uri="{FF2B5EF4-FFF2-40B4-BE49-F238E27FC236}">
                <a16:creationId xmlns:a16="http://schemas.microsoft.com/office/drawing/2014/main" id="{16E8FDFF-25E3-C9FC-AEB7-C7EFE2318F51}"/>
              </a:ext>
            </a:extLst>
          </p:cNvPr>
          <p:cNvCxnSpPr/>
          <p:nvPr/>
        </p:nvCxnSpPr>
        <p:spPr>
          <a:xfrm>
            <a:off x="411061" y="5989739"/>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7B89C91-9823-0AC9-8577-E87D2F10392B}"/>
              </a:ext>
            </a:extLst>
          </p:cNvPr>
          <p:cNvCxnSpPr/>
          <p:nvPr/>
        </p:nvCxnSpPr>
        <p:spPr>
          <a:xfrm>
            <a:off x="411061" y="899020"/>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6" name="Rectangle 4">
            <a:extLst>
              <a:ext uri="{FF2B5EF4-FFF2-40B4-BE49-F238E27FC236}">
                <a16:creationId xmlns:a16="http://schemas.microsoft.com/office/drawing/2014/main" id="{48921ED9-D94D-327A-AF04-87BB7E85B2F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40801015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B1882C-7C2E-2CA5-093E-E9857109661A}"/>
              </a:ext>
            </a:extLst>
          </p:cNvPr>
          <p:cNvSpPr>
            <a:spLocks noGrp="1"/>
          </p:cNvSpPr>
          <p:nvPr>
            <p:ph idx="1"/>
          </p:nvPr>
        </p:nvSpPr>
        <p:spPr>
          <a:xfrm>
            <a:off x="478172" y="1430841"/>
            <a:ext cx="10875628" cy="4351338"/>
          </a:xfrm>
        </p:spPr>
        <p:txBody>
          <a:bodyPr>
            <a:normAutofit/>
          </a:bodyPr>
          <a:lstStyle/>
          <a:p>
            <a:r>
              <a:rPr lang="en-US" dirty="0"/>
              <a:t>In this study, a comparative model was developed to predict solar power generated by PV power generation using weather data. </a:t>
            </a:r>
          </a:p>
          <a:p>
            <a:r>
              <a:rPr lang="en-US" dirty="0"/>
              <a:t>The Bi-LSTM model showed excellent performance across all evaluation metrics, as its learning process allows it to read both past and future data simultaneously. </a:t>
            </a:r>
          </a:p>
          <a:p>
            <a:r>
              <a:rPr lang="en-US" dirty="0"/>
              <a:t>Additionally, a REST API was created using Flask and tested successfully with Postman. The researchers aim to explore online training AI models in the future further to improve the deep learning models' performance over time.</a:t>
            </a:r>
          </a:p>
          <a:p>
            <a:endParaRPr lang="en-US" dirty="0"/>
          </a:p>
        </p:txBody>
      </p:sp>
      <p:sp>
        <p:nvSpPr>
          <p:cNvPr id="6" name="Slide Number Placeholder 5">
            <a:extLst>
              <a:ext uri="{FF2B5EF4-FFF2-40B4-BE49-F238E27FC236}">
                <a16:creationId xmlns:a16="http://schemas.microsoft.com/office/drawing/2014/main" id="{F6AF8F0F-3A2F-9BF2-489A-3F1E51030A30}"/>
              </a:ext>
            </a:extLst>
          </p:cNvPr>
          <p:cNvSpPr>
            <a:spLocks noGrp="1"/>
          </p:cNvSpPr>
          <p:nvPr>
            <p:ph type="sldNum" sz="quarter" idx="12"/>
          </p:nvPr>
        </p:nvSpPr>
        <p:spPr/>
        <p:txBody>
          <a:bodyPr/>
          <a:lstStyle/>
          <a:p>
            <a:fld id="{3FE5B538-B59D-40BE-A71D-808D1A583C60}" type="slidenum">
              <a:rPr lang="en-US" smtClean="0"/>
              <a:t>14</a:t>
            </a:fld>
            <a:endParaRPr lang="en-US"/>
          </a:p>
        </p:txBody>
      </p:sp>
      <p:pic>
        <p:nvPicPr>
          <p:cNvPr id="7" name="그림 6" descr="텍스트이(가) 표시된 사진&#10;&#10;자동 생성된 설명">
            <a:extLst>
              <a:ext uri="{FF2B5EF4-FFF2-40B4-BE49-F238E27FC236}">
                <a16:creationId xmlns:a16="http://schemas.microsoft.com/office/drawing/2014/main" id="{33C9A731-3CD4-8AB0-0AC6-C4EDFA99E771}"/>
              </a:ext>
            </a:extLst>
          </p:cNvPr>
          <p:cNvPicPr>
            <a:picLocks noChangeAspect="1"/>
          </p:cNvPicPr>
          <p:nvPr/>
        </p:nvPicPr>
        <p:blipFill rotWithShape="1">
          <a:blip r:embed="rId2">
            <a:extLst>
              <a:ext uri="{28A0092B-C50C-407E-A947-70E740481C1C}">
                <a14:useLocalDpi xmlns:a14="http://schemas.microsoft.com/office/drawing/2010/main" val="0"/>
              </a:ext>
            </a:extLst>
          </a:blip>
          <a:srcRect l="1921" b="3673"/>
          <a:stretch/>
        </p:blipFill>
        <p:spPr>
          <a:xfrm>
            <a:off x="320811" y="6158506"/>
            <a:ext cx="2477151" cy="562969"/>
          </a:xfrm>
          <a:prstGeom prst="rect">
            <a:avLst/>
          </a:prstGeom>
        </p:spPr>
      </p:pic>
      <p:sp>
        <p:nvSpPr>
          <p:cNvPr id="8" name="Title 1">
            <a:extLst>
              <a:ext uri="{FF2B5EF4-FFF2-40B4-BE49-F238E27FC236}">
                <a16:creationId xmlns:a16="http://schemas.microsoft.com/office/drawing/2014/main" id="{696140AC-DDA1-1976-D052-A73E31A06C28}"/>
              </a:ext>
            </a:extLst>
          </p:cNvPr>
          <p:cNvSpPr txBox="1">
            <a:spLocks/>
          </p:cNvSpPr>
          <p:nvPr/>
        </p:nvSpPr>
        <p:spPr bwMode="auto">
          <a:xfrm>
            <a:off x="1031846" y="88874"/>
            <a:ext cx="9386712" cy="72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latinLnBrk="1" hangingPunct="0">
              <a:spcBef>
                <a:spcPct val="0"/>
              </a:spcBef>
              <a:spcAft>
                <a:spcPct val="0"/>
              </a:spcAft>
              <a:defRPr kumimoji="1" sz="2800" b="1">
                <a:solidFill>
                  <a:srgbClr val="0000FF"/>
                </a:solidFill>
                <a:latin typeface="+mj-lt"/>
                <a:ea typeface="+mj-ea"/>
                <a:cs typeface="+mj-cs"/>
              </a:defRPr>
            </a:lvl1pPr>
            <a:lvl2pPr algn="l" rtl="0" eaLnBrk="0" fontAlgn="base" latinLnBrk="1" hangingPunct="0">
              <a:spcBef>
                <a:spcPct val="0"/>
              </a:spcBef>
              <a:spcAft>
                <a:spcPct val="0"/>
              </a:spcAft>
              <a:defRPr kumimoji="1" sz="2800" b="1">
                <a:solidFill>
                  <a:srgbClr val="0000FF"/>
                </a:solidFill>
                <a:latin typeface="굴림" charset="-127"/>
                <a:ea typeface="굴림" charset="-127"/>
              </a:defRPr>
            </a:lvl2pPr>
            <a:lvl3pPr algn="l" rtl="0" eaLnBrk="0" fontAlgn="base" latinLnBrk="1" hangingPunct="0">
              <a:spcBef>
                <a:spcPct val="0"/>
              </a:spcBef>
              <a:spcAft>
                <a:spcPct val="0"/>
              </a:spcAft>
              <a:defRPr kumimoji="1" sz="2800" b="1">
                <a:solidFill>
                  <a:srgbClr val="0000FF"/>
                </a:solidFill>
                <a:latin typeface="굴림" charset="-127"/>
                <a:ea typeface="굴림" charset="-127"/>
              </a:defRPr>
            </a:lvl3pPr>
            <a:lvl4pPr algn="l" rtl="0" eaLnBrk="0" fontAlgn="base" latinLnBrk="1" hangingPunct="0">
              <a:spcBef>
                <a:spcPct val="0"/>
              </a:spcBef>
              <a:spcAft>
                <a:spcPct val="0"/>
              </a:spcAft>
              <a:defRPr kumimoji="1" sz="2800" b="1">
                <a:solidFill>
                  <a:srgbClr val="0000FF"/>
                </a:solidFill>
                <a:latin typeface="굴림" charset="-127"/>
                <a:ea typeface="굴림" charset="-127"/>
              </a:defRPr>
            </a:lvl4pPr>
            <a:lvl5pPr algn="l" rtl="0" eaLnBrk="0" fontAlgn="base" latinLnBrk="1" hangingPunct="0">
              <a:spcBef>
                <a:spcPct val="0"/>
              </a:spcBef>
              <a:spcAft>
                <a:spcPct val="0"/>
              </a:spcAft>
              <a:defRPr kumimoji="1" sz="2800" b="1">
                <a:solidFill>
                  <a:srgbClr val="0000FF"/>
                </a:solidFill>
                <a:latin typeface="굴림" charset="-127"/>
                <a:ea typeface="굴림" charset="-127"/>
              </a:defRPr>
            </a:lvl5pPr>
            <a:lvl6pPr marL="457200" algn="l" rtl="0" eaLnBrk="0" fontAlgn="base" latinLnBrk="1" hangingPunct="0">
              <a:spcBef>
                <a:spcPct val="0"/>
              </a:spcBef>
              <a:spcAft>
                <a:spcPct val="0"/>
              </a:spcAft>
              <a:defRPr kumimoji="1" sz="2800" b="1">
                <a:solidFill>
                  <a:srgbClr val="0000FF"/>
                </a:solidFill>
                <a:latin typeface="굴림" charset="-127"/>
                <a:ea typeface="굴림" charset="-127"/>
              </a:defRPr>
            </a:lvl6pPr>
            <a:lvl7pPr marL="914400" algn="l" rtl="0" eaLnBrk="0" fontAlgn="base" latinLnBrk="1" hangingPunct="0">
              <a:spcBef>
                <a:spcPct val="0"/>
              </a:spcBef>
              <a:spcAft>
                <a:spcPct val="0"/>
              </a:spcAft>
              <a:defRPr kumimoji="1" sz="2800" b="1">
                <a:solidFill>
                  <a:srgbClr val="0000FF"/>
                </a:solidFill>
                <a:latin typeface="굴림" charset="-127"/>
                <a:ea typeface="굴림" charset="-127"/>
              </a:defRPr>
            </a:lvl7pPr>
            <a:lvl8pPr marL="1371600" algn="l" rtl="0" eaLnBrk="0" fontAlgn="base" latinLnBrk="1" hangingPunct="0">
              <a:spcBef>
                <a:spcPct val="0"/>
              </a:spcBef>
              <a:spcAft>
                <a:spcPct val="0"/>
              </a:spcAft>
              <a:defRPr kumimoji="1" sz="2800" b="1">
                <a:solidFill>
                  <a:srgbClr val="0000FF"/>
                </a:solidFill>
                <a:latin typeface="굴림" charset="-127"/>
                <a:ea typeface="굴림" charset="-127"/>
              </a:defRPr>
            </a:lvl8pPr>
            <a:lvl9pPr marL="1828800" algn="l" rtl="0" eaLnBrk="0" fontAlgn="base" latinLnBrk="1" hangingPunct="0">
              <a:spcBef>
                <a:spcPct val="0"/>
              </a:spcBef>
              <a:spcAft>
                <a:spcPct val="0"/>
              </a:spcAft>
              <a:defRPr kumimoji="1" sz="2800" b="1">
                <a:solidFill>
                  <a:srgbClr val="0000FF"/>
                </a:solidFill>
                <a:latin typeface="굴림" charset="-127"/>
                <a:ea typeface="굴림" charset="-127"/>
              </a:defRPr>
            </a:lvl9pPr>
          </a:lstStyle>
          <a:p>
            <a:pPr algn="ctr"/>
            <a:r>
              <a:rPr lang="en-US" sz="3200" dirty="0"/>
              <a:t>Conclusions</a:t>
            </a:r>
            <a:endParaRPr lang="en-US" sz="1100" kern="0" dirty="0"/>
          </a:p>
        </p:txBody>
      </p:sp>
      <p:cxnSp>
        <p:nvCxnSpPr>
          <p:cNvPr id="9" name="Straight Connector 8">
            <a:extLst>
              <a:ext uri="{FF2B5EF4-FFF2-40B4-BE49-F238E27FC236}">
                <a16:creationId xmlns:a16="http://schemas.microsoft.com/office/drawing/2014/main" id="{97310293-1AB2-2618-9778-DCB0CE803A44}"/>
              </a:ext>
            </a:extLst>
          </p:cNvPr>
          <p:cNvCxnSpPr/>
          <p:nvPr/>
        </p:nvCxnSpPr>
        <p:spPr>
          <a:xfrm>
            <a:off x="411061" y="5989739"/>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F14AD2A-B4A7-E01B-9B88-1CB0C2DA0836}"/>
              </a:ext>
            </a:extLst>
          </p:cNvPr>
          <p:cNvCxnSpPr/>
          <p:nvPr/>
        </p:nvCxnSpPr>
        <p:spPr>
          <a:xfrm>
            <a:off x="411061" y="899020"/>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41054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11092A-2D5B-BB78-7468-515CD1151653}"/>
              </a:ext>
            </a:extLst>
          </p:cNvPr>
          <p:cNvSpPr>
            <a:spLocks noGrp="1"/>
          </p:cNvSpPr>
          <p:nvPr>
            <p:ph idx="1"/>
          </p:nvPr>
        </p:nvSpPr>
        <p:spPr>
          <a:xfrm>
            <a:off x="726195" y="2700280"/>
            <a:ext cx="10515600" cy="940067"/>
          </a:xfrm>
        </p:spPr>
        <p:txBody>
          <a:bodyPr>
            <a:normAutofit/>
          </a:bodyPr>
          <a:lstStyle/>
          <a:p>
            <a:pPr marL="0" indent="0" algn="ctr">
              <a:buNone/>
            </a:pPr>
            <a:r>
              <a:rPr lang="en-US" dirty="0"/>
              <a:t>This work was supported by the Technology development Program (S3098815) funded by the Ministry of SMEs and Startups (MSS, Korea).</a:t>
            </a:r>
          </a:p>
        </p:txBody>
      </p:sp>
      <p:sp>
        <p:nvSpPr>
          <p:cNvPr id="6" name="Slide Number Placeholder 5">
            <a:extLst>
              <a:ext uri="{FF2B5EF4-FFF2-40B4-BE49-F238E27FC236}">
                <a16:creationId xmlns:a16="http://schemas.microsoft.com/office/drawing/2014/main" id="{4A5C1536-BB2D-A8A8-8E2F-6A3B7F913346}"/>
              </a:ext>
            </a:extLst>
          </p:cNvPr>
          <p:cNvSpPr>
            <a:spLocks noGrp="1"/>
          </p:cNvSpPr>
          <p:nvPr>
            <p:ph type="sldNum" sz="quarter" idx="12"/>
          </p:nvPr>
        </p:nvSpPr>
        <p:spPr/>
        <p:txBody>
          <a:bodyPr/>
          <a:lstStyle/>
          <a:p>
            <a:fld id="{3FE5B538-B59D-40BE-A71D-808D1A583C60}" type="slidenum">
              <a:rPr lang="en-US" smtClean="0"/>
              <a:t>15</a:t>
            </a:fld>
            <a:endParaRPr lang="en-US"/>
          </a:p>
        </p:txBody>
      </p:sp>
      <p:pic>
        <p:nvPicPr>
          <p:cNvPr id="7" name="그림 6" descr="텍스트이(가) 표시된 사진&#10;&#10;자동 생성된 설명">
            <a:extLst>
              <a:ext uri="{FF2B5EF4-FFF2-40B4-BE49-F238E27FC236}">
                <a16:creationId xmlns:a16="http://schemas.microsoft.com/office/drawing/2014/main" id="{A1E73286-8782-F8FE-D773-FA7B68F845A1}"/>
              </a:ext>
            </a:extLst>
          </p:cNvPr>
          <p:cNvPicPr>
            <a:picLocks noChangeAspect="1"/>
          </p:cNvPicPr>
          <p:nvPr/>
        </p:nvPicPr>
        <p:blipFill rotWithShape="1">
          <a:blip r:embed="rId2">
            <a:extLst>
              <a:ext uri="{28A0092B-C50C-407E-A947-70E740481C1C}">
                <a14:useLocalDpi xmlns:a14="http://schemas.microsoft.com/office/drawing/2010/main" val="0"/>
              </a:ext>
            </a:extLst>
          </a:blip>
          <a:srcRect l="1921" b="3673"/>
          <a:stretch/>
        </p:blipFill>
        <p:spPr>
          <a:xfrm>
            <a:off x="320811" y="6158506"/>
            <a:ext cx="2477151" cy="562969"/>
          </a:xfrm>
          <a:prstGeom prst="rect">
            <a:avLst/>
          </a:prstGeom>
        </p:spPr>
      </p:pic>
      <p:sp>
        <p:nvSpPr>
          <p:cNvPr id="8" name="Title 1">
            <a:extLst>
              <a:ext uri="{FF2B5EF4-FFF2-40B4-BE49-F238E27FC236}">
                <a16:creationId xmlns:a16="http://schemas.microsoft.com/office/drawing/2014/main" id="{855AEF20-F288-374D-B25A-0CF7D369C6EF}"/>
              </a:ext>
            </a:extLst>
          </p:cNvPr>
          <p:cNvSpPr txBox="1">
            <a:spLocks/>
          </p:cNvSpPr>
          <p:nvPr/>
        </p:nvSpPr>
        <p:spPr bwMode="auto">
          <a:xfrm>
            <a:off x="1031846" y="88874"/>
            <a:ext cx="9386712" cy="72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latinLnBrk="1" hangingPunct="0">
              <a:spcBef>
                <a:spcPct val="0"/>
              </a:spcBef>
              <a:spcAft>
                <a:spcPct val="0"/>
              </a:spcAft>
              <a:defRPr kumimoji="1" sz="2800" b="1">
                <a:solidFill>
                  <a:srgbClr val="0000FF"/>
                </a:solidFill>
                <a:latin typeface="+mj-lt"/>
                <a:ea typeface="+mj-ea"/>
                <a:cs typeface="+mj-cs"/>
              </a:defRPr>
            </a:lvl1pPr>
            <a:lvl2pPr algn="l" rtl="0" eaLnBrk="0" fontAlgn="base" latinLnBrk="1" hangingPunct="0">
              <a:spcBef>
                <a:spcPct val="0"/>
              </a:spcBef>
              <a:spcAft>
                <a:spcPct val="0"/>
              </a:spcAft>
              <a:defRPr kumimoji="1" sz="2800" b="1">
                <a:solidFill>
                  <a:srgbClr val="0000FF"/>
                </a:solidFill>
                <a:latin typeface="굴림" charset="-127"/>
                <a:ea typeface="굴림" charset="-127"/>
              </a:defRPr>
            </a:lvl2pPr>
            <a:lvl3pPr algn="l" rtl="0" eaLnBrk="0" fontAlgn="base" latinLnBrk="1" hangingPunct="0">
              <a:spcBef>
                <a:spcPct val="0"/>
              </a:spcBef>
              <a:spcAft>
                <a:spcPct val="0"/>
              </a:spcAft>
              <a:defRPr kumimoji="1" sz="2800" b="1">
                <a:solidFill>
                  <a:srgbClr val="0000FF"/>
                </a:solidFill>
                <a:latin typeface="굴림" charset="-127"/>
                <a:ea typeface="굴림" charset="-127"/>
              </a:defRPr>
            </a:lvl3pPr>
            <a:lvl4pPr algn="l" rtl="0" eaLnBrk="0" fontAlgn="base" latinLnBrk="1" hangingPunct="0">
              <a:spcBef>
                <a:spcPct val="0"/>
              </a:spcBef>
              <a:spcAft>
                <a:spcPct val="0"/>
              </a:spcAft>
              <a:defRPr kumimoji="1" sz="2800" b="1">
                <a:solidFill>
                  <a:srgbClr val="0000FF"/>
                </a:solidFill>
                <a:latin typeface="굴림" charset="-127"/>
                <a:ea typeface="굴림" charset="-127"/>
              </a:defRPr>
            </a:lvl4pPr>
            <a:lvl5pPr algn="l" rtl="0" eaLnBrk="0" fontAlgn="base" latinLnBrk="1" hangingPunct="0">
              <a:spcBef>
                <a:spcPct val="0"/>
              </a:spcBef>
              <a:spcAft>
                <a:spcPct val="0"/>
              </a:spcAft>
              <a:defRPr kumimoji="1" sz="2800" b="1">
                <a:solidFill>
                  <a:srgbClr val="0000FF"/>
                </a:solidFill>
                <a:latin typeface="굴림" charset="-127"/>
                <a:ea typeface="굴림" charset="-127"/>
              </a:defRPr>
            </a:lvl5pPr>
            <a:lvl6pPr marL="457200" algn="l" rtl="0" eaLnBrk="0" fontAlgn="base" latinLnBrk="1" hangingPunct="0">
              <a:spcBef>
                <a:spcPct val="0"/>
              </a:spcBef>
              <a:spcAft>
                <a:spcPct val="0"/>
              </a:spcAft>
              <a:defRPr kumimoji="1" sz="2800" b="1">
                <a:solidFill>
                  <a:srgbClr val="0000FF"/>
                </a:solidFill>
                <a:latin typeface="굴림" charset="-127"/>
                <a:ea typeface="굴림" charset="-127"/>
              </a:defRPr>
            </a:lvl6pPr>
            <a:lvl7pPr marL="914400" algn="l" rtl="0" eaLnBrk="0" fontAlgn="base" latinLnBrk="1" hangingPunct="0">
              <a:spcBef>
                <a:spcPct val="0"/>
              </a:spcBef>
              <a:spcAft>
                <a:spcPct val="0"/>
              </a:spcAft>
              <a:defRPr kumimoji="1" sz="2800" b="1">
                <a:solidFill>
                  <a:srgbClr val="0000FF"/>
                </a:solidFill>
                <a:latin typeface="굴림" charset="-127"/>
                <a:ea typeface="굴림" charset="-127"/>
              </a:defRPr>
            </a:lvl7pPr>
            <a:lvl8pPr marL="1371600" algn="l" rtl="0" eaLnBrk="0" fontAlgn="base" latinLnBrk="1" hangingPunct="0">
              <a:spcBef>
                <a:spcPct val="0"/>
              </a:spcBef>
              <a:spcAft>
                <a:spcPct val="0"/>
              </a:spcAft>
              <a:defRPr kumimoji="1" sz="2800" b="1">
                <a:solidFill>
                  <a:srgbClr val="0000FF"/>
                </a:solidFill>
                <a:latin typeface="굴림" charset="-127"/>
                <a:ea typeface="굴림" charset="-127"/>
              </a:defRPr>
            </a:lvl8pPr>
            <a:lvl9pPr marL="1828800" algn="l" rtl="0" eaLnBrk="0" fontAlgn="base" latinLnBrk="1" hangingPunct="0">
              <a:spcBef>
                <a:spcPct val="0"/>
              </a:spcBef>
              <a:spcAft>
                <a:spcPct val="0"/>
              </a:spcAft>
              <a:defRPr kumimoji="1" sz="2800" b="1">
                <a:solidFill>
                  <a:srgbClr val="0000FF"/>
                </a:solidFill>
                <a:latin typeface="굴림" charset="-127"/>
                <a:ea typeface="굴림" charset="-127"/>
              </a:defRPr>
            </a:lvl9pPr>
          </a:lstStyle>
          <a:p>
            <a:pPr algn="ctr"/>
            <a:r>
              <a:rPr lang="en-US" sz="3200" dirty="0"/>
              <a:t>Acknowledgment</a:t>
            </a:r>
            <a:endParaRPr lang="en-US" sz="1100" kern="0" dirty="0"/>
          </a:p>
        </p:txBody>
      </p:sp>
      <p:cxnSp>
        <p:nvCxnSpPr>
          <p:cNvPr id="9" name="Straight Connector 8">
            <a:extLst>
              <a:ext uri="{FF2B5EF4-FFF2-40B4-BE49-F238E27FC236}">
                <a16:creationId xmlns:a16="http://schemas.microsoft.com/office/drawing/2014/main" id="{DDBC25A3-E4AD-1E8D-B9AB-FE7764BA5263}"/>
              </a:ext>
            </a:extLst>
          </p:cNvPr>
          <p:cNvCxnSpPr/>
          <p:nvPr/>
        </p:nvCxnSpPr>
        <p:spPr>
          <a:xfrm>
            <a:off x="411061" y="5989739"/>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1BEB686-91DF-5E4D-F6FF-AC81C92C356D}"/>
              </a:ext>
            </a:extLst>
          </p:cNvPr>
          <p:cNvCxnSpPr/>
          <p:nvPr/>
        </p:nvCxnSpPr>
        <p:spPr>
          <a:xfrm>
            <a:off x="411061" y="899020"/>
            <a:ext cx="1094273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50100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513A9-2FD5-8F48-7E99-E6EFCF4D1DE0}"/>
              </a:ext>
            </a:extLst>
          </p:cNvPr>
          <p:cNvSpPr>
            <a:spLocks noGrp="1"/>
          </p:cNvSpPr>
          <p:nvPr>
            <p:ph type="title"/>
          </p:nvPr>
        </p:nvSpPr>
        <p:spPr>
          <a:xfrm>
            <a:off x="838200" y="2456890"/>
            <a:ext cx="10515600" cy="1325563"/>
          </a:xfrm>
        </p:spPr>
        <p:txBody>
          <a:bodyPr/>
          <a:lstStyle/>
          <a:p>
            <a:pPr algn="ctr"/>
            <a:r>
              <a:rPr lang="en-US" dirty="0"/>
              <a:t>Thank you</a:t>
            </a:r>
            <a:endParaRPr lang="en-KR" dirty="0"/>
          </a:p>
        </p:txBody>
      </p:sp>
      <p:sp>
        <p:nvSpPr>
          <p:cNvPr id="4" name="Slide Number Placeholder 3">
            <a:extLst>
              <a:ext uri="{FF2B5EF4-FFF2-40B4-BE49-F238E27FC236}">
                <a16:creationId xmlns:a16="http://schemas.microsoft.com/office/drawing/2014/main" id="{01590DFC-4FF2-FB43-D317-0FA4B5254C3E}"/>
              </a:ext>
            </a:extLst>
          </p:cNvPr>
          <p:cNvSpPr>
            <a:spLocks noGrp="1"/>
          </p:cNvSpPr>
          <p:nvPr>
            <p:ph type="sldNum" sz="quarter" idx="12"/>
          </p:nvPr>
        </p:nvSpPr>
        <p:spPr/>
        <p:txBody>
          <a:bodyPr/>
          <a:lstStyle/>
          <a:p>
            <a:fld id="{3FE5B538-B59D-40BE-A71D-808D1A583C60}" type="slidenum">
              <a:rPr lang="en-US" smtClean="0"/>
              <a:t>16</a:t>
            </a:fld>
            <a:endParaRPr lang="en-US"/>
          </a:p>
        </p:txBody>
      </p:sp>
    </p:spTree>
    <p:extLst>
      <p:ext uri="{BB962C8B-B14F-4D97-AF65-F5344CB8AC3E}">
        <p14:creationId xmlns:p14="http://schemas.microsoft.com/office/powerpoint/2010/main" val="5942922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10192</TotalTime>
  <Words>704</Words>
  <Application>Microsoft Office PowerPoint</Application>
  <PresentationFormat>Widescreen</PresentationFormat>
  <Paragraphs>107</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Malgun Gothic</vt:lpstr>
      <vt:lpstr>Arial</vt:lpstr>
      <vt:lpstr>Calibri</vt:lpstr>
      <vt:lpstr>Calibri Light</vt:lpstr>
      <vt:lpstr>Cambria Math</vt:lpstr>
      <vt:lpstr>Times New Roman</vt:lpstr>
      <vt:lpstr>Wingdings</vt:lpstr>
      <vt:lpstr>한양신명조</vt:lpstr>
      <vt:lpstr>Office Theme</vt:lpstr>
      <vt:lpstr> API Development for Forecasting Solar Power Generation Using Weather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Learning-based Photovoltaic Panels Defect Detection Using Aerial Thermography Imaging</dc:title>
  <dc:creator>라디티오파자르파뭉카(대학원생-전자공학전공)</dc:creator>
  <cp:lastModifiedBy>무하마드미프타파리드(대학원생-전자공학전공)</cp:lastModifiedBy>
  <cp:revision>15</cp:revision>
  <dcterms:created xsi:type="dcterms:W3CDTF">2022-09-26T06:59:13Z</dcterms:created>
  <dcterms:modified xsi:type="dcterms:W3CDTF">2023-04-25T17:39:14Z</dcterms:modified>
</cp:coreProperties>
</file>